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71" r:id="rId3"/>
    <p:sldId id="272" r:id="rId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1CAB2-1FB3-847B-7A07-7199C85CB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E4B1F1-1FDC-7E8E-CCAB-11214413D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61261B-6BF2-0C90-9DD2-37E7BB15C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9F6254-32E9-CF4C-4E07-DDC88DBF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10276D-8038-E80D-D54B-9EAB9321B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2470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07A90-8276-BA64-4F49-201D25D2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DC7956-DDC8-1B55-F60B-3FE35C37B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D04CC2-C8C5-0623-C9BD-ED1E9F3FF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A881F8-17F6-F93B-55B9-849A901F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262B3F-FC9A-4894-266A-11F9EA4E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519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28667-CF2B-71FB-A71E-76CFDF73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43A424-676D-6A5A-DDEB-2AFBCEDE9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FD6A73-EFA5-3399-2314-E2099A6C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6FE0C1-7D04-D3E6-A616-B6DCC3BA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DF378B-D3C9-C37C-CC08-917B63A9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7226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93BCC-36F1-F428-B4A3-8D3642C62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F94D82-0D47-0277-1831-3704D0D8A8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F1887-0DE9-AC16-3CBB-F084FB4B6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332362-6ACC-7043-4DC8-EA6656D95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4806F1-4E85-78D4-6B3A-F9FF0EFD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9406F0-DF74-28AE-BCF9-3BA7D6B8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0816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C6DEC-1E6B-E8DE-5168-E7B062BC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0DB528-5B54-5B16-F5D7-F41BBAF47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F7819C-000F-D8FB-3001-9958AB357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0BD4AD-E16A-86F2-F3B0-CA398CDA7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44B80E-EF1C-6B54-A198-2790F07F3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61C37B8-09BA-7797-0E5E-3A6D2556E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A1F8EC-DB76-21BB-06EA-BB8C80F3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0DDECF-D4BC-4CC7-F342-67A0C9DA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2300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D812E-7EBB-2A83-13FA-1B42FD0E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9F5D4C9-D5B9-F5A3-0CE8-B6B041F3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3B46FF-ADB0-2288-711B-E69D8739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462AE15-E51E-09EE-E28B-4A70C169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92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E77B56A-DC40-FB7F-2659-78F08D59A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286CBC-44BC-EFA4-E4BA-3E43D1A7F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02DC5B-B71D-0670-EB4A-2D88B0FF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3599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BE112E-5E0C-2BED-9A5E-1CC3FB9B8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02257C-53F8-1FF9-DE8C-5C11F5963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324AFCA-3C7D-A7AD-7E2B-2CBE3CC76E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D518D8-426C-697D-1118-37D813CB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7D57DE-804F-C62E-F744-5EF3F301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A02859-1879-4C51-DDCF-F4830EE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840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C6C4C-D0F0-04DB-E5E2-EF596CD59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D372F09-5DE9-BA7B-7438-0977EF1B09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4228BF-4766-077A-B626-7F0BC8979B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6DEAC5-78E9-E916-3703-B6736201B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98D3F8-63AF-C56A-D724-68F6E2B6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03D79D-F4A2-AADB-112C-8D7453EBD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0187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E59A8-E512-54A5-41C8-58E78E9EC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B5C30F-7941-EA8B-4444-E0DCE2171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112CDE-09B3-8C5A-6502-8805C7660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A5334-A123-0800-1C39-0A4EF5ABD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E0D738-CCB7-0AF8-5C09-C3B5416B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5453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C8B9F5-8F56-35F8-DD67-E9C4B65D2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C3E620-5945-010F-FEA5-689EC96BE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FEFD97-E671-AACD-E641-5BB5D247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947791-EB0E-7E7F-D3CB-A2417AD5D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C85507-BA30-C5B8-79D4-50E890F7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26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F63505-EF89-E26E-556C-0B71E38B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BB803A-5908-65E9-1E73-541E9BD1E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04FCA9-9C8A-E1DA-4C3D-D6E7816B0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0908A7-F4ED-44CD-A6BC-403F834776BF}" type="datetimeFigureOut">
              <a:rPr lang="es-ES" smtClean="0"/>
              <a:t>26/10/2026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3CC2DC-F11D-D440-551A-3099EDDC27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3D984-C111-95A4-8827-7F0D658CD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0C11C2-DAD1-4159-980E-E16B80792E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07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B96EAD6-854D-AA49-A9CD-24707E1262D3}"/>
              </a:ext>
            </a:extLst>
          </p:cNvPr>
          <p:cNvGraphicFramePr>
            <a:graphicFrameLocks noGrp="1"/>
          </p:cNvGraphicFramePr>
          <p:nvPr/>
        </p:nvGraphicFramePr>
        <p:xfrm>
          <a:off x="73804" y="89938"/>
          <a:ext cx="11614991" cy="5735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916">
                  <a:extLst>
                    <a:ext uri="{9D8B030D-6E8A-4147-A177-3AD203B41FA5}">
                      <a16:colId xmlns:a16="http://schemas.microsoft.com/office/drawing/2014/main" val="1601374050"/>
                    </a:ext>
                  </a:extLst>
                </a:gridCol>
                <a:gridCol w="1170317">
                  <a:extLst>
                    <a:ext uri="{9D8B030D-6E8A-4147-A177-3AD203B41FA5}">
                      <a16:colId xmlns:a16="http://schemas.microsoft.com/office/drawing/2014/main" val="1259602636"/>
                    </a:ext>
                  </a:extLst>
                </a:gridCol>
                <a:gridCol w="970471">
                  <a:extLst>
                    <a:ext uri="{9D8B030D-6E8A-4147-A177-3AD203B41FA5}">
                      <a16:colId xmlns:a16="http://schemas.microsoft.com/office/drawing/2014/main" val="1508842919"/>
                    </a:ext>
                  </a:extLst>
                </a:gridCol>
                <a:gridCol w="963284">
                  <a:extLst>
                    <a:ext uri="{9D8B030D-6E8A-4147-A177-3AD203B41FA5}">
                      <a16:colId xmlns:a16="http://schemas.microsoft.com/office/drawing/2014/main" val="3337946417"/>
                    </a:ext>
                  </a:extLst>
                </a:gridCol>
                <a:gridCol w="941716">
                  <a:extLst>
                    <a:ext uri="{9D8B030D-6E8A-4147-A177-3AD203B41FA5}">
                      <a16:colId xmlns:a16="http://schemas.microsoft.com/office/drawing/2014/main" val="2394046994"/>
                    </a:ext>
                  </a:extLst>
                </a:gridCol>
                <a:gridCol w="793791">
                  <a:extLst>
                    <a:ext uri="{9D8B030D-6E8A-4147-A177-3AD203B41FA5}">
                      <a16:colId xmlns:a16="http://schemas.microsoft.com/office/drawing/2014/main" val="619771999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87516920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66492868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453211853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3377220781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2038517420"/>
                    </a:ext>
                  </a:extLst>
                </a:gridCol>
                <a:gridCol w="967916">
                  <a:extLst>
                    <a:ext uri="{9D8B030D-6E8A-4147-A177-3AD203B41FA5}">
                      <a16:colId xmlns:a16="http://schemas.microsoft.com/office/drawing/2014/main" val="4139075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carretera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titularitat</a:t>
                      </a:r>
                      <a:endParaRPr lang="es-ES" sz="12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nivel_col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tipus_via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tram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/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Tipus_node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108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>
                          <a:solidFill>
                            <a:schemeClr val="bg1"/>
                          </a:solidFill>
                        </a:rPr>
                        <a:t>carretera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Pot</a:t>
                      </a:r>
                      <a:r>
                        <a:rPr lang="es-ES" sz="1200" dirty="0"/>
                        <a:t> 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217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titularitat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906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nivel_col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4814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tipus_via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siguda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472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tram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411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tipus_terr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Com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és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085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entorn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On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està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059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dirty="0" err="1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limita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38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prov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dirty="0" err="1"/>
                        <a:t>És</a:t>
                      </a:r>
                      <a:r>
                        <a:rPr lang="es-ES" sz="1200" dirty="0"/>
                        <a:t> </a:t>
                      </a:r>
                      <a:r>
                        <a:rPr lang="es-ES" sz="1200" dirty="0" err="1"/>
                        <a:t>continguda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161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>
                          <a:solidFill>
                            <a:schemeClr val="bg1"/>
                          </a:solidFill>
                        </a:rPr>
                        <a:t>CA</a:t>
                      </a:r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dirty="0"/>
                        <a:t>conté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39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200" b="0" dirty="0" err="1">
                          <a:solidFill>
                            <a:schemeClr val="bg1"/>
                          </a:solidFill>
                        </a:rPr>
                        <a:t>Tipus_node</a:t>
                      </a:r>
                      <a:endParaRPr lang="es-ES" sz="1200" b="0" dirty="0">
                        <a:solidFill>
                          <a:schemeClr val="bg1"/>
                        </a:solidFill>
                      </a:endParaRPr>
                    </a:p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0" dirty="0" err="1"/>
                        <a:t>com</a:t>
                      </a:r>
                      <a:endParaRPr lang="es-E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200" b="1" dirty="0"/>
                        <a:t>NA</a:t>
                      </a:r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350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593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385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57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707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0DD26E3B-3828-2498-AACD-9505E97917E5}"/>
              </a:ext>
            </a:extLst>
          </p:cNvPr>
          <p:cNvSpPr/>
          <p:nvPr/>
        </p:nvSpPr>
        <p:spPr>
          <a:xfrm>
            <a:off x="2809567" y="2536888"/>
            <a:ext cx="1465870" cy="284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carretera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1A09FCC-AFE9-A580-1702-CA03489BF40D}"/>
              </a:ext>
            </a:extLst>
          </p:cNvPr>
          <p:cNvSpPr/>
          <p:nvPr/>
        </p:nvSpPr>
        <p:spPr>
          <a:xfrm>
            <a:off x="3002502" y="4645051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Tipus_via</a:t>
            </a:r>
            <a:endParaRPr lang="es-ES" sz="12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1D820DB-1D6C-B198-7BDE-30F949AF3CBF}"/>
              </a:ext>
            </a:extLst>
          </p:cNvPr>
          <p:cNvSpPr/>
          <p:nvPr/>
        </p:nvSpPr>
        <p:spPr>
          <a:xfrm>
            <a:off x="6726587" y="253688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Tram</a:t>
            </a:r>
            <a:endParaRPr lang="es-ES" sz="1200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ED5A598-B256-E623-7409-DF62AD0E915C}"/>
              </a:ext>
            </a:extLst>
          </p:cNvPr>
          <p:cNvSpPr/>
          <p:nvPr/>
        </p:nvSpPr>
        <p:spPr>
          <a:xfrm>
            <a:off x="10107526" y="2541113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node</a:t>
            </a:r>
            <a:endParaRPr lang="es-ES" sz="12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20C03F3-8008-2A90-46FC-6CFB60DF22DE}"/>
              </a:ext>
            </a:extLst>
          </p:cNvPr>
          <p:cNvSpPr/>
          <p:nvPr/>
        </p:nvSpPr>
        <p:spPr>
          <a:xfrm>
            <a:off x="6042194" y="4924807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Tipus_terr</a:t>
            </a:r>
            <a:endParaRPr lang="es-ES" sz="1200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571C4A-CFC0-ABAE-D4B1-D66D32316D70}"/>
              </a:ext>
            </a:extLst>
          </p:cNvPr>
          <p:cNvSpPr/>
          <p:nvPr/>
        </p:nvSpPr>
        <p:spPr>
          <a:xfrm>
            <a:off x="6001030" y="40354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entorn</a:t>
            </a:r>
            <a:endParaRPr lang="es-ES" sz="120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5E5E4A6-8FCA-6C24-75D5-F4A6792C0DEB}"/>
              </a:ext>
            </a:extLst>
          </p:cNvPr>
          <p:cNvSpPr/>
          <p:nvPr/>
        </p:nvSpPr>
        <p:spPr>
          <a:xfrm>
            <a:off x="2824807" y="43776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Nivell_col</a:t>
            </a:r>
            <a:endParaRPr lang="es-ES" sz="120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616DF44-0587-EA5C-C69D-FF422A6DB4D6}"/>
              </a:ext>
            </a:extLst>
          </p:cNvPr>
          <p:cNvSpPr/>
          <p:nvPr/>
        </p:nvSpPr>
        <p:spPr>
          <a:xfrm>
            <a:off x="10107526" y="6188604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/>
              <a:t>CA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207C93E-24C9-FB48-2AE1-F0D14638F71B}"/>
              </a:ext>
            </a:extLst>
          </p:cNvPr>
          <p:cNvSpPr/>
          <p:nvPr/>
        </p:nvSpPr>
        <p:spPr>
          <a:xfrm>
            <a:off x="10107526" y="4364858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prov</a:t>
            </a:r>
            <a:endParaRPr lang="es-ES" sz="1200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0403315-FBF7-C66E-F33B-124050F9D992}"/>
              </a:ext>
            </a:extLst>
          </p:cNvPr>
          <p:cNvSpPr/>
          <p:nvPr/>
        </p:nvSpPr>
        <p:spPr>
          <a:xfrm>
            <a:off x="120417" y="2054245"/>
            <a:ext cx="1080000" cy="3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titularitat</a:t>
            </a:r>
            <a:endParaRPr lang="es-ES" sz="1200" dirty="0"/>
          </a:p>
        </p:txBody>
      </p:sp>
      <p:sp>
        <p:nvSpPr>
          <p:cNvPr id="35" name="Rombo 34">
            <a:extLst>
              <a:ext uri="{FF2B5EF4-FFF2-40B4-BE49-F238E27FC236}">
                <a16:creationId xmlns:a16="http://schemas.microsoft.com/office/drawing/2014/main" id="{1381AEBB-D41E-2D14-8569-73FB023DC95B}"/>
              </a:ext>
            </a:extLst>
          </p:cNvPr>
          <p:cNvSpPr/>
          <p:nvPr/>
        </p:nvSpPr>
        <p:spPr>
          <a:xfrm>
            <a:off x="4655775" y="2414245"/>
            <a:ext cx="1319843" cy="605286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/>
              <a:t>conté</a:t>
            </a:r>
            <a:endParaRPr lang="es-ES" sz="1200" dirty="0"/>
          </a:p>
        </p:txBody>
      </p:sp>
      <p:sp>
        <p:nvSpPr>
          <p:cNvPr id="43" name="Rombo 42">
            <a:extLst>
              <a:ext uri="{FF2B5EF4-FFF2-40B4-BE49-F238E27FC236}">
                <a16:creationId xmlns:a16="http://schemas.microsoft.com/office/drawing/2014/main" id="{0A2BD5A0-DA11-22F5-39AC-B084E714FFC7}"/>
              </a:ext>
            </a:extLst>
          </p:cNvPr>
          <p:cNvSpPr/>
          <p:nvPr/>
        </p:nvSpPr>
        <p:spPr>
          <a:xfrm>
            <a:off x="3089235" y="3673525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sp>
        <p:nvSpPr>
          <p:cNvPr id="45" name="Rombo 44">
            <a:extLst>
              <a:ext uri="{FF2B5EF4-FFF2-40B4-BE49-F238E27FC236}">
                <a16:creationId xmlns:a16="http://schemas.microsoft.com/office/drawing/2014/main" id="{5B05CD33-F1A8-220E-649E-104D434B1353}"/>
              </a:ext>
            </a:extLst>
          </p:cNvPr>
          <p:cNvSpPr/>
          <p:nvPr/>
        </p:nvSpPr>
        <p:spPr>
          <a:xfrm>
            <a:off x="3061144" y="123118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BA00DC5A-F5FD-ADBC-31CA-308824B6E45E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>
            <a:off x="3364807" y="797764"/>
            <a:ext cx="149604" cy="4334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378FA287-82B9-089D-5283-F6EDA2D09A58}"/>
              </a:ext>
            </a:extLst>
          </p:cNvPr>
          <p:cNvCxnSpPr>
            <a:cxnSpLocks/>
            <a:stCxn id="45" idx="2"/>
            <a:endCxn id="19" idx="0"/>
          </p:cNvCxnSpPr>
          <p:nvPr/>
        </p:nvCxnSpPr>
        <p:spPr>
          <a:xfrm>
            <a:off x="3514411" y="1836471"/>
            <a:ext cx="28091" cy="700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7CF322CA-BB63-CE72-D86F-2126EBDEF877}"/>
              </a:ext>
            </a:extLst>
          </p:cNvPr>
          <p:cNvCxnSpPr>
            <a:cxnSpLocks/>
            <a:stCxn id="19" idx="2"/>
            <a:endCxn id="43" idx="0"/>
          </p:cNvCxnSpPr>
          <p:nvPr/>
        </p:nvCxnSpPr>
        <p:spPr>
          <a:xfrm>
            <a:off x="3542502" y="2821432"/>
            <a:ext cx="0" cy="8520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E2F0E85B-E0DA-7738-7931-EDFE5D117131}"/>
              </a:ext>
            </a:extLst>
          </p:cNvPr>
          <p:cNvCxnSpPr>
            <a:cxnSpLocks/>
            <a:stCxn id="43" idx="2"/>
            <a:endCxn id="20" idx="0"/>
          </p:cNvCxnSpPr>
          <p:nvPr/>
        </p:nvCxnSpPr>
        <p:spPr>
          <a:xfrm>
            <a:off x="3542502" y="4278810"/>
            <a:ext cx="0" cy="366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ombo 126">
            <a:extLst>
              <a:ext uri="{FF2B5EF4-FFF2-40B4-BE49-F238E27FC236}">
                <a16:creationId xmlns:a16="http://schemas.microsoft.com/office/drawing/2014/main" id="{8222B333-60B0-390C-B912-E5EA561031D1}"/>
              </a:ext>
            </a:extLst>
          </p:cNvPr>
          <p:cNvSpPr/>
          <p:nvPr/>
        </p:nvSpPr>
        <p:spPr>
          <a:xfrm>
            <a:off x="1408559" y="2414246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/>
              <a:t>Pot</a:t>
            </a:r>
            <a:br>
              <a:rPr lang="es-ES" sz="1200" dirty="0"/>
            </a:br>
            <a:r>
              <a:rPr lang="es-ES" sz="1200" dirty="0"/>
              <a:t>ser</a:t>
            </a:r>
          </a:p>
        </p:txBody>
      </p: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942476FA-8961-AA21-2344-F87E684A0928}"/>
              </a:ext>
            </a:extLst>
          </p:cNvPr>
          <p:cNvCxnSpPr>
            <a:cxnSpLocks/>
            <a:stCxn id="127" idx="1"/>
            <a:endCxn id="33" idx="2"/>
          </p:cNvCxnSpPr>
          <p:nvPr/>
        </p:nvCxnSpPr>
        <p:spPr>
          <a:xfrm flipH="1" flipV="1">
            <a:off x="660417" y="2414245"/>
            <a:ext cx="748142" cy="3026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C6088F9F-BE4E-F490-83AC-E593A754D5BB}"/>
              </a:ext>
            </a:extLst>
          </p:cNvPr>
          <p:cNvCxnSpPr>
            <a:cxnSpLocks/>
            <a:stCxn id="127" idx="3"/>
            <a:endCxn id="19" idx="1"/>
          </p:cNvCxnSpPr>
          <p:nvPr/>
        </p:nvCxnSpPr>
        <p:spPr>
          <a:xfrm flipV="1">
            <a:off x="2315092" y="2679160"/>
            <a:ext cx="494475" cy="377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ombo 142">
            <a:extLst>
              <a:ext uri="{FF2B5EF4-FFF2-40B4-BE49-F238E27FC236}">
                <a16:creationId xmlns:a16="http://schemas.microsoft.com/office/drawing/2014/main" id="{F6E68648-5D67-3FE8-ABC3-7D2902FB1BA5}"/>
              </a:ext>
            </a:extLst>
          </p:cNvPr>
          <p:cNvSpPr/>
          <p:nvPr/>
        </p:nvSpPr>
        <p:spPr>
          <a:xfrm>
            <a:off x="6353424" y="1026074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44" name="Rombo 143">
            <a:extLst>
              <a:ext uri="{FF2B5EF4-FFF2-40B4-BE49-F238E27FC236}">
                <a16:creationId xmlns:a16="http://schemas.microsoft.com/office/drawing/2014/main" id="{A6387105-A560-764C-E1E0-A57C01272AD7}"/>
              </a:ext>
            </a:extLst>
          </p:cNvPr>
          <p:cNvSpPr/>
          <p:nvPr/>
        </p:nvSpPr>
        <p:spPr>
          <a:xfrm>
            <a:off x="6582193" y="4056992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/>
          </a:bodyPr>
          <a:lstStyle/>
          <a:p>
            <a:pPr algn="ctr"/>
            <a:r>
              <a:rPr lang="es-ES" sz="1200" dirty="0" err="1"/>
              <a:t>és</a:t>
            </a:r>
            <a:endParaRPr lang="es-ES" sz="1200" dirty="0"/>
          </a:p>
        </p:txBody>
      </p: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B7B687C3-D04D-A2AE-A5B7-488F958B6609}"/>
              </a:ext>
            </a:extLst>
          </p:cNvPr>
          <p:cNvCxnSpPr>
            <a:cxnSpLocks/>
            <a:stCxn id="28" idx="2"/>
            <a:endCxn id="143" idx="0"/>
          </p:cNvCxnSpPr>
          <p:nvPr/>
        </p:nvCxnSpPr>
        <p:spPr>
          <a:xfrm>
            <a:off x="6541030" y="763544"/>
            <a:ext cx="265661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20B1A39C-A927-AAF5-87E7-D3246B329673}"/>
              </a:ext>
            </a:extLst>
          </p:cNvPr>
          <p:cNvCxnSpPr>
            <a:cxnSpLocks/>
            <a:stCxn id="143" idx="2"/>
            <a:endCxn id="24" idx="0"/>
          </p:cNvCxnSpPr>
          <p:nvPr/>
        </p:nvCxnSpPr>
        <p:spPr>
          <a:xfrm>
            <a:off x="6806691" y="1631359"/>
            <a:ext cx="459896" cy="9055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151">
            <a:extLst>
              <a:ext uri="{FF2B5EF4-FFF2-40B4-BE49-F238E27FC236}">
                <a16:creationId xmlns:a16="http://schemas.microsoft.com/office/drawing/2014/main" id="{0C9423EF-239A-1EF3-D7CD-E309605EC05D}"/>
              </a:ext>
            </a:extLst>
          </p:cNvPr>
          <p:cNvCxnSpPr>
            <a:cxnSpLocks/>
            <a:stCxn id="24" idx="2"/>
            <a:endCxn id="144" idx="0"/>
          </p:cNvCxnSpPr>
          <p:nvPr/>
        </p:nvCxnSpPr>
        <p:spPr>
          <a:xfrm flipH="1">
            <a:off x="7035460" y="2896888"/>
            <a:ext cx="231127" cy="11601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154">
            <a:extLst>
              <a:ext uri="{FF2B5EF4-FFF2-40B4-BE49-F238E27FC236}">
                <a16:creationId xmlns:a16="http://schemas.microsoft.com/office/drawing/2014/main" id="{0AC6C8FC-D48E-3B04-D632-DE4A56B74C3A}"/>
              </a:ext>
            </a:extLst>
          </p:cNvPr>
          <p:cNvCxnSpPr>
            <a:cxnSpLocks/>
            <a:stCxn id="144" idx="2"/>
            <a:endCxn id="27" idx="0"/>
          </p:cNvCxnSpPr>
          <p:nvPr/>
        </p:nvCxnSpPr>
        <p:spPr>
          <a:xfrm flipH="1">
            <a:off x="6582194" y="4662277"/>
            <a:ext cx="453266" cy="262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A95F08DE-B849-13DD-D4A2-5F956A053B7E}"/>
              </a:ext>
            </a:extLst>
          </p:cNvPr>
          <p:cNvCxnSpPr>
            <a:cxnSpLocks/>
            <a:stCxn id="19" idx="3"/>
            <a:endCxn id="35" idx="1"/>
          </p:cNvCxnSpPr>
          <p:nvPr/>
        </p:nvCxnSpPr>
        <p:spPr>
          <a:xfrm>
            <a:off x="4275437" y="2679160"/>
            <a:ext cx="380338" cy="377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842C9F30-DABF-FEBC-C7BB-7696A0A386FF}"/>
              </a:ext>
            </a:extLst>
          </p:cNvPr>
          <p:cNvCxnSpPr>
            <a:cxnSpLocks/>
            <a:stCxn id="35" idx="3"/>
            <a:endCxn id="24" idx="1"/>
          </p:cNvCxnSpPr>
          <p:nvPr/>
        </p:nvCxnSpPr>
        <p:spPr>
          <a:xfrm>
            <a:off x="5975618" y="2716888"/>
            <a:ext cx="7509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ombo 162">
            <a:extLst>
              <a:ext uri="{FF2B5EF4-FFF2-40B4-BE49-F238E27FC236}">
                <a16:creationId xmlns:a16="http://schemas.microsoft.com/office/drawing/2014/main" id="{AAB33725-D41F-B896-8957-F014BA38EE40}"/>
              </a:ext>
            </a:extLst>
          </p:cNvPr>
          <p:cNvSpPr/>
          <p:nvPr/>
        </p:nvSpPr>
        <p:spPr>
          <a:xfrm>
            <a:off x="8362246" y="2414245"/>
            <a:ext cx="1205280" cy="598878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 err="1"/>
              <a:t>intersecta</a:t>
            </a:r>
            <a:endParaRPr lang="es-ES" sz="1200" dirty="0"/>
          </a:p>
        </p:txBody>
      </p:sp>
      <p:cxnSp>
        <p:nvCxnSpPr>
          <p:cNvPr id="165" name="Conector recto 164">
            <a:extLst>
              <a:ext uri="{FF2B5EF4-FFF2-40B4-BE49-F238E27FC236}">
                <a16:creationId xmlns:a16="http://schemas.microsoft.com/office/drawing/2014/main" id="{8520BE1E-EC13-22FE-3B60-FA0AC90B3579}"/>
              </a:ext>
            </a:extLst>
          </p:cNvPr>
          <p:cNvCxnSpPr>
            <a:cxnSpLocks/>
            <a:stCxn id="24" idx="3"/>
            <a:endCxn id="163" idx="1"/>
          </p:cNvCxnSpPr>
          <p:nvPr/>
        </p:nvCxnSpPr>
        <p:spPr>
          <a:xfrm flipV="1">
            <a:off x="7806587" y="2713684"/>
            <a:ext cx="555659" cy="32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194C0A57-7053-F610-F280-607E00B9D685}"/>
              </a:ext>
            </a:extLst>
          </p:cNvPr>
          <p:cNvCxnSpPr>
            <a:cxnSpLocks/>
            <a:stCxn id="163" idx="3"/>
            <a:endCxn id="26" idx="1"/>
          </p:cNvCxnSpPr>
          <p:nvPr/>
        </p:nvCxnSpPr>
        <p:spPr>
          <a:xfrm>
            <a:off x="9567526" y="2713684"/>
            <a:ext cx="540000" cy="74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ombo 179">
            <a:extLst>
              <a:ext uri="{FF2B5EF4-FFF2-40B4-BE49-F238E27FC236}">
                <a16:creationId xmlns:a16="http://schemas.microsoft.com/office/drawing/2014/main" id="{06C24841-43B8-54E1-F212-8C21CDA6BB73}"/>
              </a:ext>
            </a:extLst>
          </p:cNvPr>
          <p:cNvSpPr/>
          <p:nvPr/>
        </p:nvSpPr>
        <p:spPr>
          <a:xfrm>
            <a:off x="10194259" y="3351603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sp>
        <p:nvSpPr>
          <p:cNvPr id="181" name="Rombo 180">
            <a:extLst>
              <a:ext uri="{FF2B5EF4-FFF2-40B4-BE49-F238E27FC236}">
                <a16:creationId xmlns:a16="http://schemas.microsoft.com/office/drawing/2014/main" id="{C7B0795E-1ABD-14FE-BC70-F5B23F8575DC}"/>
              </a:ext>
            </a:extLst>
          </p:cNvPr>
          <p:cNvSpPr/>
          <p:nvPr/>
        </p:nvSpPr>
        <p:spPr>
          <a:xfrm>
            <a:off x="10194258" y="5154088"/>
            <a:ext cx="906533" cy="605285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>
            <a:normAutofit fontScale="85000" lnSpcReduction="10000"/>
          </a:bodyPr>
          <a:lstStyle/>
          <a:p>
            <a:pPr algn="ctr"/>
            <a:r>
              <a:rPr lang="es-ES" sz="1200" dirty="0"/>
              <a:t>Es troba</a:t>
            </a:r>
          </a:p>
        </p:txBody>
      </p: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3DFEB6DB-3AB4-28FF-1237-52C4DFC24B5A}"/>
              </a:ext>
            </a:extLst>
          </p:cNvPr>
          <p:cNvCxnSpPr>
            <a:cxnSpLocks/>
            <a:stCxn id="26" idx="2"/>
            <a:endCxn id="180" idx="0"/>
          </p:cNvCxnSpPr>
          <p:nvPr/>
        </p:nvCxnSpPr>
        <p:spPr>
          <a:xfrm>
            <a:off x="10647526" y="2901113"/>
            <a:ext cx="0" cy="450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49905145-5624-0AAD-9FD0-0A3037E59637}"/>
              </a:ext>
            </a:extLst>
          </p:cNvPr>
          <p:cNvCxnSpPr>
            <a:cxnSpLocks/>
            <a:stCxn id="180" idx="2"/>
            <a:endCxn id="32" idx="0"/>
          </p:cNvCxnSpPr>
          <p:nvPr/>
        </p:nvCxnSpPr>
        <p:spPr>
          <a:xfrm>
            <a:off x="10647526" y="3956888"/>
            <a:ext cx="0" cy="4079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266801A3-98EB-C58B-0005-6F6CA33AD513}"/>
              </a:ext>
            </a:extLst>
          </p:cNvPr>
          <p:cNvCxnSpPr>
            <a:cxnSpLocks/>
            <a:stCxn id="32" idx="2"/>
            <a:endCxn id="181" idx="0"/>
          </p:cNvCxnSpPr>
          <p:nvPr/>
        </p:nvCxnSpPr>
        <p:spPr>
          <a:xfrm flipH="1">
            <a:off x="10647525" y="4724858"/>
            <a:ext cx="1" cy="429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cto 192">
            <a:extLst>
              <a:ext uri="{FF2B5EF4-FFF2-40B4-BE49-F238E27FC236}">
                <a16:creationId xmlns:a16="http://schemas.microsoft.com/office/drawing/2014/main" id="{88CFF938-6609-16F1-22A5-3F6EA706AF05}"/>
              </a:ext>
            </a:extLst>
          </p:cNvPr>
          <p:cNvCxnSpPr>
            <a:cxnSpLocks/>
            <a:stCxn id="181" idx="2"/>
            <a:endCxn id="31" idx="0"/>
          </p:cNvCxnSpPr>
          <p:nvPr/>
        </p:nvCxnSpPr>
        <p:spPr>
          <a:xfrm>
            <a:off x="10647525" y="5759373"/>
            <a:ext cx="1" cy="4292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B27FFEB3-866A-FEFB-E09D-F79C531AF1DF}"/>
              </a:ext>
            </a:extLst>
          </p:cNvPr>
          <p:cNvSpPr txBox="1"/>
          <p:nvPr/>
        </p:nvSpPr>
        <p:spPr>
          <a:xfrm>
            <a:off x="8704774" y="210646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F54CEB8D-000E-D8E0-40A1-4C4B02EF9B6C}"/>
              </a:ext>
            </a:extLst>
          </p:cNvPr>
          <p:cNvSpPr txBox="1"/>
          <p:nvPr/>
        </p:nvSpPr>
        <p:spPr>
          <a:xfrm>
            <a:off x="7877968" y="24220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7465F8B5-DD3C-2F40-A1BF-EF6C0916ED68}"/>
              </a:ext>
            </a:extLst>
          </p:cNvPr>
          <p:cNvSpPr txBox="1"/>
          <p:nvPr/>
        </p:nvSpPr>
        <p:spPr>
          <a:xfrm>
            <a:off x="11431092" y="6237799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/>
              <a:t>ID_CA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6297B8E9-58CA-A199-2CE3-73B2602343FB}"/>
              </a:ext>
            </a:extLst>
          </p:cNvPr>
          <p:cNvSpPr txBox="1"/>
          <p:nvPr/>
        </p:nvSpPr>
        <p:spPr>
          <a:xfrm>
            <a:off x="9518270" y="241424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(2,n)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43633A81-40EE-9233-B00C-838AC4BBADC3}"/>
              </a:ext>
            </a:extLst>
          </p:cNvPr>
          <p:cNvSpPr txBox="1"/>
          <p:nvPr/>
        </p:nvSpPr>
        <p:spPr>
          <a:xfrm>
            <a:off x="10605221" y="299160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0" name="CuadroTexto 199">
            <a:extLst>
              <a:ext uri="{FF2B5EF4-FFF2-40B4-BE49-F238E27FC236}">
                <a16:creationId xmlns:a16="http://schemas.microsoft.com/office/drawing/2014/main" id="{1C135B60-EC9A-3E82-CE59-4F40C2221AC4}"/>
              </a:ext>
            </a:extLst>
          </p:cNvPr>
          <p:cNvSpPr txBox="1"/>
          <p:nvPr/>
        </p:nvSpPr>
        <p:spPr>
          <a:xfrm>
            <a:off x="10647524" y="394996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1" name="CuadroTexto 200">
            <a:extLst>
              <a:ext uri="{FF2B5EF4-FFF2-40B4-BE49-F238E27FC236}">
                <a16:creationId xmlns:a16="http://schemas.microsoft.com/office/drawing/2014/main" id="{47691D42-7817-CD7C-0D52-B347E3B1316C}"/>
              </a:ext>
            </a:extLst>
          </p:cNvPr>
          <p:cNvSpPr txBox="1"/>
          <p:nvPr/>
        </p:nvSpPr>
        <p:spPr>
          <a:xfrm>
            <a:off x="11153243" y="349689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</a:t>
            </a:r>
            <a:r>
              <a:rPr lang="es-ES" sz="1400" b="1" dirty="0" err="1"/>
              <a:t>n,n</a:t>
            </a:r>
            <a:r>
              <a:rPr lang="es-ES" sz="1400" b="1" dirty="0"/>
              <a:t>)</a:t>
            </a:r>
          </a:p>
        </p:txBody>
      </p:sp>
      <p:sp>
        <p:nvSpPr>
          <p:cNvPr id="202" name="CuadroTexto 201">
            <a:extLst>
              <a:ext uri="{FF2B5EF4-FFF2-40B4-BE49-F238E27FC236}">
                <a16:creationId xmlns:a16="http://schemas.microsoft.com/office/drawing/2014/main" id="{80B0016D-7ECE-0D70-ABAD-813C36E23128}"/>
              </a:ext>
            </a:extLst>
          </p:cNvPr>
          <p:cNvSpPr txBox="1"/>
          <p:nvPr/>
        </p:nvSpPr>
        <p:spPr>
          <a:xfrm>
            <a:off x="10709007" y="482505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03" name="CuadroTexto 202">
            <a:extLst>
              <a:ext uri="{FF2B5EF4-FFF2-40B4-BE49-F238E27FC236}">
                <a16:creationId xmlns:a16="http://schemas.microsoft.com/office/drawing/2014/main" id="{60565CD3-5829-10AF-75DD-4FBAACCB6E4F}"/>
              </a:ext>
            </a:extLst>
          </p:cNvPr>
          <p:cNvSpPr txBox="1"/>
          <p:nvPr/>
        </p:nvSpPr>
        <p:spPr>
          <a:xfrm>
            <a:off x="10714716" y="579009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04" name="CuadroTexto 203">
            <a:extLst>
              <a:ext uri="{FF2B5EF4-FFF2-40B4-BE49-F238E27FC236}">
                <a16:creationId xmlns:a16="http://schemas.microsoft.com/office/drawing/2014/main" id="{C9E35FA5-86BD-B39E-5351-D12434F75B5D}"/>
              </a:ext>
            </a:extLst>
          </p:cNvPr>
          <p:cNvSpPr txBox="1"/>
          <p:nvPr/>
        </p:nvSpPr>
        <p:spPr>
          <a:xfrm>
            <a:off x="11175447" y="528480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cxnSp>
        <p:nvCxnSpPr>
          <p:cNvPr id="205" name="Conector recto de flecha 204">
            <a:extLst>
              <a:ext uri="{FF2B5EF4-FFF2-40B4-BE49-F238E27FC236}">
                <a16:creationId xmlns:a16="http://schemas.microsoft.com/office/drawing/2014/main" id="{F7EC5D2A-181B-3CF2-219B-DFCCFBE0ED5B}"/>
              </a:ext>
            </a:extLst>
          </p:cNvPr>
          <p:cNvCxnSpPr>
            <a:cxnSpLocks/>
            <a:stCxn id="31" idx="3"/>
            <a:endCxn id="197" idx="1"/>
          </p:cNvCxnSpPr>
          <p:nvPr/>
        </p:nvCxnSpPr>
        <p:spPr>
          <a:xfrm>
            <a:off x="11187526" y="6368604"/>
            <a:ext cx="243566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CuadroTexto 212">
            <a:extLst>
              <a:ext uri="{FF2B5EF4-FFF2-40B4-BE49-F238E27FC236}">
                <a16:creationId xmlns:a16="http://schemas.microsoft.com/office/drawing/2014/main" id="{0BDAE946-064E-BC79-BBE1-FCDEDE2CE95F}"/>
              </a:ext>
            </a:extLst>
          </p:cNvPr>
          <p:cNvSpPr txBox="1"/>
          <p:nvPr/>
        </p:nvSpPr>
        <p:spPr>
          <a:xfrm>
            <a:off x="11431092" y="4411462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ID_prov</a:t>
            </a:r>
            <a:endParaRPr lang="es-ES" sz="1100" u="sng" dirty="0"/>
          </a:p>
        </p:txBody>
      </p:sp>
      <p:cxnSp>
        <p:nvCxnSpPr>
          <p:cNvPr id="214" name="Conector recto de flecha 213">
            <a:extLst>
              <a:ext uri="{FF2B5EF4-FFF2-40B4-BE49-F238E27FC236}">
                <a16:creationId xmlns:a16="http://schemas.microsoft.com/office/drawing/2014/main" id="{A480725F-9A62-1BE3-8090-CD027B5950B7}"/>
              </a:ext>
            </a:extLst>
          </p:cNvPr>
          <p:cNvCxnSpPr>
            <a:cxnSpLocks/>
            <a:stCxn id="32" idx="3"/>
            <a:endCxn id="213" idx="1"/>
          </p:cNvCxnSpPr>
          <p:nvPr/>
        </p:nvCxnSpPr>
        <p:spPr>
          <a:xfrm flipV="1">
            <a:off x="11187526" y="4542267"/>
            <a:ext cx="243566" cy="2591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9451B532-404B-94DE-87AB-1D8ABDFAD4AD}"/>
              </a:ext>
            </a:extLst>
          </p:cNvPr>
          <p:cNvSpPr txBox="1"/>
          <p:nvPr/>
        </p:nvSpPr>
        <p:spPr>
          <a:xfrm>
            <a:off x="8977173" y="6237799"/>
            <a:ext cx="783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Nom_CA</a:t>
            </a:r>
            <a:endParaRPr lang="es-ES" sz="1100" dirty="0"/>
          </a:p>
        </p:txBody>
      </p:sp>
      <p:cxnSp>
        <p:nvCxnSpPr>
          <p:cNvPr id="221" name="Conector recto de flecha 220">
            <a:extLst>
              <a:ext uri="{FF2B5EF4-FFF2-40B4-BE49-F238E27FC236}">
                <a16:creationId xmlns:a16="http://schemas.microsoft.com/office/drawing/2014/main" id="{A79EE8A1-6B4A-8227-EFC7-0A0AC061AF2C}"/>
              </a:ext>
            </a:extLst>
          </p:cNvPr>
          <p:cNvCxnSpPr>
            <a:cxnSpLocks/>
            <a:stCxn id="31" idx="1"/>
            <a:endCxn id="219" idx="3"/>
          </p:cNvCxnSpPr>
          <p:nvPr/>
        </p:nvCxnSpPr>
        <p:spPr>
          <a:xfrm flipH="1">
            <a:off x="9760741" y="6368604"/>
            <a:ext cx="346785" cy="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76D5D9AB-DFB2-53C6-EE07-C7936A341648}"/>
              </a:ext>
            </a:extLst>
          </p:cNvPr>
          <p:cNvSpPr txBox="1"/>
          <p:nvPr/>
        </p:nvSpPr>
        <p:spPr>
          <a:xfrm>
            <a:off x="8977173" y="4411462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Nom_prov</a:t>
            </a:r>
            <a:endParaRPr lang="es-ES" sz="1100" dirty="0"/>
          </a:p>
        </p:txBody>
      </p:sp>
      <p:cxnSp>
        <p:nvCxnSpPr>
          <p:cNvPr id="229" name="Conector recto de flecha 228">
            <a:extLst>
              <a:ext uri="{FF2B5EF4-FFF2-40B4-BE49-F238E27FC236}">
                <a16:creationId xmlns:a16="http://schemas.microsoft.com/office/drawing/2014/main" id="{8E43DD83-1B7B-C0FA-4367-F7990D791836}"/>
              </a:ext>
            </a:extLst>
          </p:cNvPr>
          <p:cNvCxnSpPr>
            <a:cxnSpLocks/>
            <a:stCxn id="32" idx="1"/>
            <a:endCxn id="228" idx="3"/>
          </p:cNvCxnSpPr>
          <p:nvPr/>
        </p:nvCxnSpPr>
        <p:spPr>
          <a:xfrm flipH="1" flipV="1">
            <a:off x="9910054" y="4542267"/>
            <a:ext cx="197472" cy="2591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ector recto de flecha 244">
            <a:extLst>
              <a:ext uri="{FF2B5EF4-FFF2-40B4-BE49-F238E27FC236}">
                <a16:creationId xmlns:a16="http://schemas.microsoft.com/office/drawing/2014/main" id="{5A3CBF3B-CD85-FECE-BBCE-4AA3751DDE95}"/>
              </a:ext>
            </a:extLst>
          </p:cNvPr>
          <p:cNvCxnSpPr>
            <a:cxnSpLocks/>
          </p:cNvCxnSpPr>
          <p:nvPr/>
        </p:nvCxnSpPr>
        <p:spPr>
          <a:xfrm>
            <a:off x="9201536" y="2909605"/>
            <a:ext cx="108055" cy="1405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CuadroTexto 245">
            <a:extLst>
              <a:ext uri="{FF2B5EF4-FFF2-40B4-BE49-F238E27FC236}">
                <a16:creationId xmlns:a16="http://schemas.microsoft.com/office/drawing/2014/main" id="{65AC5B1A-607D-2436-81DE-0565B2393788}"/>
              </a:ext>
            </a:extLst>
          </p:cNvPr>
          <p:cNvSpPr txBox="1"/>
          <p:nvPr/>
        </p:nvSpPr>
        <p:spPr>
          <a:xfrm>
            <a:off x="9164239" y="3027868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Tipus</a:t>
            </a:r>
            <a:endParaRPr lang="es-ES" sz="1100" dirty="0"/>
          </a:p>
        </p:txBody>
      </p:sp>
      <p:sp>
        <p:nvSpPr>
          <p:cNvPr id="256" name="CuadroTexto 255">
            <a:extLst>
              <a:ext uri="{FF2B5EF4-FFF2-40B4-BE49-F238E27FC236}">
                <a16:creationId xmlns:a16="http://schemas.microsoft.com/office/drawing/2014/main" id="{BE3B8331-F343-C069-2F00-F14479149242}"/>
              </a:ext>
            </a:extLst>
          </p:cNvPr>
          <p:cNvSpPr txBox="1"/>
          <p:nvPr/>
        </p:nvSpPr>
        <p:spPr>
          <a:xfrm>
            <a:off x="6374855" y="160407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57" name="CuadroTexto 256">
            <a:extLst>
              <a:ext uri="{FF2B5EF4-FFF2-40B4-BE49-F238E27FC236}">
                <a16:creationId xmlns:a16="http://schemas.microsoft.com/office/drawing/2014/main" id="{CC2FDB7D-238C-9B8A-333D-CFB4131628F8}"/>
              </a:ext>
            </a:extLst>
          </p:cNvPr>
          <p:cNvSpPr txBox="1"/>
          <p:nvPr/>
        </p:nvSpPr>
        <p:spPr>
          <a:xfrm>
            <a:off x="6174290" y="80774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58" name="CuadroTexto 257">
            <a:extLst>
              <a:ext uri="{FF2B5EF4-FFF2-40B4-BE49-F238E27FC236}">
                <a16:creationId xmlns:a16="http://schemas.microsoft.com/office/drawing/2014/main" id="{56ADDE16-6750-A7E4-75F3-0BFBDB36785C}"/>
              </a:ext>
            </a:extLst>
          </p:cNvPr>
          <p:cNvSpPr txBox="1"/>
          <p:nvPr/>
        </p:nvSpPr>
        <p:spPr>
          <a:xfrm>
            <a:off x="5850270" y="1132562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59" name="CuadroTexto 258">
            <a:extLst>
              <a:ext uri="{FF2B5EF4-FFF2-40B4-BE49-F238E27FC236}">
                <a16:creationId xmlns:a16="http://schemas.microsoft.com/office/drawing/2014/main" id="{DB163F54-2C44-C5B4-CDBA-B3641899C323}"/>
              </a:ext>
            </a:extLst>
          </p:cNvPr>
          <p:cNvSpPr txBox="1"/>
          <p:nvPr/>
        </p:nvSpPr>
        <p:spPr>
          <a:xfrm>
            <a:off x="6367854" y="4531693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0" name="CuadroTexto 259">
            <a:extLst>
              <a:ext uri="{FF2B5EF4-FFF2-40B4-BE49-F238E27FC236}">
                <a16:creationId xmlns:a16="http://schemas.microsoft.com/office/drawing/2014/main" id="{174FC66E-2875-33BD-A49C-0FE137184E48}"/>
              </a:ext>
            </a:extLst>
          </p:cNvPr>
          <p:cNvSpPr txBox="1"/>
          <p:nvPr/>
        </p:nvSpPr>
        <p:spPr>
          <a:xfrm>
            <a:off x="6543409" y="372310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1" name="CuadroTexto 260">
            <a:extLst>
              <a:ext uri="{FF2B5EF4-FFF2-40B4-BE49-F238E27FC236}">
                <a16:creationId xmlns:a16="http://schemas.microsoft.com/office/drawing/2014/main" id="{DEF24BB0-66D3-3CA3-D2EA-2E9ACB9069D7}"/>
              </a:ext>
            </a:extLst>
          </p:cNvPr>
          <p:cNvSpPr txBox="1"/>
          <p:nvPr/>
        </p:nvSpPr>
        <p:spPr>
          <a:xfrm>
            <a:off x="6090224" y="41966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2" name="CuadroTexto 261">
            <a:extLst>
              <a:ext uri="{FF2B5EF4-FFF2-40B4-BE49-F238E27FC236}">
                <a16:creationId xmlns:a16="http://schemas.microsoft.com/office/drawing/2014/main" id="{D54BEE11-F661-248A-A58D-4976797072BE}"/>
              </a:ext>
            </a:extLst>
          </p:cNvPr>
          <p:cNvSpPr txBox="1"/>
          <p:nvPr/>
        </p:nvSpPr>
        <p:spPr>
          <a:xfrm>
            <a:off x="6102681" y="244257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63" name="CuadroTexto 262">
            <a:extLst>
              <a:ext uri="{FF2B5EF4-FFF2-40B4-BE49-F238E27FC236}">
                <a16:creationId xmlns:a16="http://schemas.microsoft.com/office/drawing/2014/main" id="{742359E7-BF42-F753-1D47-52701A52FE62}"/>
              </a:ext>
            </a:extLst>
          </p:cNvPr>
          <p:cNvSpPr txBox="1"/>
          <p:nvPr/>
        </p:nvSpPr>
        <p:spPr>
          <a:xfrm>
            <a:off x="4237454" y="242387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6" name="CuadroTexto 265">
            <a:extLst>
              <a:ext uri="{FF2B5EF4-FFF2-40B4-BE49-F238E27FC236}">
                <a16:creationId xmlns:a16="http://schemas.microsoft.com/office/drawing/2014/main" id="{974EF674-67C5-9D1A-5C1B-2FB9F3A4663A}"/>
              </a:ext>
            </a:extLst>
          </p:cNvPr>
          <p:cNvSpPr txBox="1"/>
          <p:nvPr/>
        </p:nvSpPr>
        <p:spPr>
          <a:xfrm>
            <a:off x="5076489" y="213479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23563858-9C20-1F31-51D1-15A975FB501A}"/>
              </a:ext>
            </a:extLst>
          </p:cNvPr>
          <p:cNvSpPr txBox="1"/>
          <p:nvPr/>
        </p:nvSpPr>
        <p:spPr>
          <a:xfrm>
            <a:off x="3014798" y="429112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68" name="CuadroTexto 267">
            <a:extLst>
              <a:ext uri="{FF2B5EF4-FFF2-40B4-BE49-F238E27FC236}">
                <a16:creationId xmlns:a16="http://schemas.microsoft.com/office/drawing/2014/main" id="{FE9F6620-F3BB-8A85-2911-F21FE0C60DBE}"/>
              </a:ext>
            </a:extLst>
          </p:cNvPr>
          <p:cNvSpPr txBox="1"/>
          <p:nvPr/>
        </p:nvSpPr>
        <p:spPr>
          <a:xfrm>
            <a:off x="2590282" y="3806919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69" name="CuadroTexto 268">
            <a:extLst>
              <a:ext uri="{FF2B5EF4-FFF2-40B4-BE49-F238E27FC236}">
                <a16:creationId xmlns:a16="http://schemas.microsoft.com/office/drawing/2014/main" id="{F31CD7D6-7C66-38E1-14DF-DFE4B9510677}"/>
              </a:ext>
            </a:extLst>
          </p:cNvPr>
          <p:cNvSpPr txBox="1"/>
          <p:nvPr/>
        </p:nvSpPr>
        <p:spPr>
          <a:xfrm>
            <a:off x="3063271" y="3442446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0" name="CuadroTexto 269">
            <a:extLst>
              <a:ext uri="{FF2B5EF4-FFF2-40B4-BE49-F238E27FC236}">
                <a16:creationId xmlns:a16="http://schemas.microsoft.com/office/drawing/2014/main" id="{5DACB624-6AFF-5CF9-B94D-668879383558}"/>
              </a:ext>
            </a:extLst>
          </p:cNvPr>
          <p:cNvSpPr txBox="1"/>
          <p:nvPr/>
        </p:nvSpPr>
        <p:spPr>
          <a:xfrm>
            <a:off x="2896300" y="877400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1" name="CuadroTexto 270">
            <a:extLst>
              <a:ext uri="{FF2B5EF4-FFF2-40B4-BE49-F238E27FC236}">
                <a16:creationId xmlns:a16="http://schemas.microsoft.com/office/drawing/2014/main" id="{60BE5C14-9C63-194D-7DF1-F3F15DD28886}"/>
              </a:ext>
            </a:extLst>
          </p:cNvPr>
          <p:cNvSpPr txBox="1"/>
          <p:nvPr/>
        </p:nvSpPr>
        <p:spPr>
          <a:xfrm>
            <a:off x="3047825" y="1847374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2" name="CuadroTexto 271">
            <a:extLst>
              <a:ext uri="{FF2B5EF4-FFF2-40B4-BE49-F238E27FC236}">
                <a16:creationId xmlns:a16="http://schemas.microsoft.com/office/drawing/2014/main" id="{40D02745-4275-8405-1005-DB62EBFB2697}"/>
              </a:ext>
            </a:extLst>
          </p:cNvPr>
          <p:cNvSpPr txBox="1"/>
          <p:nvPr/>
        </p:nvSpPr>
        <p:spPr>
          <a:xfrm>
            <a:off x="2518193" y="1405008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6" name="CuadroTexto 275">
            <a:extLst>
              <a:ext uri="{FF2B5EF4-FFF2-40B4-BE49-F238E27FC236}">
                <a16:creationId xmlns:a16="http://schemas.microsoft.com/office/drawing/2014/main" id="{68F7BB4D-3213-3882-71AA-F3C9382FB9EB}"/>
              </a:ext>
            </a:extLst>
          </p:cNvPr>
          <p:cNvSpPr txBox="1"/>
          <p:nvPr/>
        </p:nvSpPr>
        <p:spPr>
          <a:xfrm>
            <a:off x="2297862" y="2439695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(1,n)</a:t>
            </a:r>
          </a:p>
        </p:txBody>
      </p:sp>
      <p:sp>
        <p:nvSpPr>
          <p:cNvPr id="277" name="CuadroTexto 276">
            <a:extLst>
              <a:ext uri="{FF2B5EF4-FFF2-40B4-BE49-F238E27FC236}">
                <a16:creationId xmlns:a16="http://schemas.microsoft.com/office/drawing/2014/main" id="{693D0D61-03E6-D6DA-2B82-4FFF579AAB19}"/>
              </a:ext>
            </a:extLst>
          </p:cNvPr>
          <p:cNvSpPr txBox="1"/>
          <p:nvPr/>
        </p:nvSpPr>
        <p:spPr>
          <a:xfrm>
            <a:off x="767462" y="2563001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(1,1)</a:t>
            </a:r>
          </a:p>
        </p:txBody>
      </p:sp>
      <p:sp>
        <p:nvSpPr>
          <p:cNvPr id="278" name="CuadroTexto 277">
            <a:extLst>
              <a:ext uri="{FF2B5EF4-FFF2-40B4-BE49-F238E27FC236}">
                <a16:creationId xmlns:a16="http://schemas.microsoft.com/office/drawing/2014/main" id="{0922E3AA-0780-E800-FA91-7CD2E8D4094F}"/>
              </a:ext>
            </a:extLst>
          </p:cNvPr>
          <p:cNvSpPr txBox="1"/>
          <p:nvPr/>
        </p:nvSpPr>
        <p:spPr>
          <a:xfrm>
            <a:off x="1589305" y="2114227"/>
            <a:ext cx="7835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/>
              <a:t>(1,n)</a:t>
            </a:r>
          </a:p>
        </p:txBody>
      </p:sp>
      <p:sp>
        <p:nvSpPr>
          <p:cNvPr id="279" name="CuadroTexto 278">
            <a:extLst>
              <a:ext uri="{FF2B5EF4-FFF2-40B4-BE49-F238E27FC236}">
                <a16:creationId xmlns:a16="http://schemas.microsoft.com/office/drawing/2014/main" id="{A3E7E8CA-393C-2FD4-6D5C-66FFF789D110}"/>
              </a:ext>
            </a:extLst>
          </p:cNvPr>
          <p:cNvSpPr txBox="1"/>
          <p:nvPr/>
        </p:nvSpPr>
        <p:spPr>
          <a:xfrm>
            <a:off x="11431091" y="2586083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ID_node</a:t>
            </a:r>
            <a:endParaRPr lang="es-ES" sz="1100" u="sng" dirty="0"/>
          </a:p>
        </p:txBody>
      </p:sp>
      <p:cxnSp>
        <p:nvCxnSpPr>
          <p:cNvPr id="280" name="Conector recto de flecha 279">
            <a:extLst>
              <a:ext uri="{FF2B5EF4-FFF2-40B4-BE49-F238E27FC236}">
                <a16:creationId xmlns:a16="http://schemas.microsoft.com/office/drawing/2014/main" id="{DAD0736D-0899-4F10-3A2B-5BF45533116E}"/>
              </a:ext>
            </a:extLst>
          </p:cNvPr>
          <p:cNvCxnSpPr>
            <a:cxnSpLocks/>
            <a:stCxn id="26" idx="3"/>
            <a:endCxn id="279" idx="1"/>
          </p:cNvCxnSpPr>
          <p:nvPr/>
        </p:nvCxnSpPr>
        <p:spPr>
          <a:xfrm flipV="1">
            <a:off x="11187526" y="2716888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CuadroTexto 282">
            <a:extLst>
              <a:ext uri="{FF2B5EF4-FFF2-40B4-BE49-F238E27FC236}">
                <a16:creationId xmlns:a16="http://schemas.microsoft.com/office/drawing/2014/main" id="{83C07B69-B3E6-D108-1C24-DDD47FF8A76F}"/>
              </a:ext>
            </a:extLst>
          </p:cNvPr>
          <p:cNvSpPr txBox="1"/>
          <p:nvPr/>
        </p:nvSpPr>
        <p:spPr>
          <a:xfrm>
            <a:off x="4058526" y="48622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ID_NiCo</a:t>
            </a:r>
            <a:endParaRPr lang="es-ES" sz="1100" u="sng" dirty="0"/>
          </a:p>
        </p:txBody>
      </p:sp>
      <p:cxnSp>
        <p:nvCxnSpPr>
          <p:cNvPr id="284" name="Conector recto de flecha 283">
            <a:extLst>
              <a:ext uri="{FF2B5EF4-FFF2-40B4-BE49-F238E27FC236}">
                <a16:creationId xmlns:a16="http://schemas.microsoft.com/office/drawing/2014/main" id="{E4193D97-2FFA-541D-CAD8-8FD25109EB9E}"/>
              </a:ext>
            </a:extLst>
          </p:cNvPr>
          <p:cNvCxnSpPr>
            <a:cxnSpLocks/>
            <a:endCxn id="283" idx="1"/>
          </p:cNvCxnSpPr>
          <p:nvPr/>
        </p:nvCxnSpPr>
        <p:spPr>
          <a:xfrm flipV="1">
            <a:off x="3814961" y="617033"/>
            <a:ext cx="243565" cy="4225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ector recto de flecha 284">
            <a:extLst>
              <a:ext uri="{FF2B5EF4-FFF2-40B4-BE49-F238E27FC236}">
                <a16:creationId xmlns:a16="http://schemas.microsoft.com/office/drawing/2014/main" id="{3118BB34-A61A-BA25-8661-73A13E512744}"/>
              </a:ext>
            </a:extLst>
          </p:cNvPr>
          <p:cNvCxnSpPr>
            <a:cxnSpLocks/>
          </p:cNvCxnSpPr>
          <p:nvPr/>
        </p:nvCxnSpPr>
        <p:spPr>
          <a:xfrm flipV="1">
            <a:off x="3788484" y="341745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ector recto de flecha 286">
            <a:extLst>
              <a:ext uri="{FF2B5EF4-FFF2-40B4-BE49-F238E27FC236}">
                <a16:creationId xmlns:a16="http://schemas.microsoft.com/office/drawing/2014/main" id="{1D02D531-77B5-996C-C954-0E65416DE740}"/>
              </a:ext>
            </a:extLst>
          </p:cNvPr>
          <p:cNvCxnSpPr>
            <a:cxnSpLocks/>
          </p:cNvCxnSpPr>
          <p:nvPr/>
        </p:nvCxnSpPr>
        <p:spPr>
          <a:xfrm flipV="1">
            <a:off x="3442119" y="340304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CuadroTexto 287">
            <a:extLst>
              <a:ext uri="{FF2B5EF4-FFF2-40B4-BE49-F238E27FC236}">
                <a16:creationId xmlns:a16="http://schemas.microsoft.com/office/drawing/2014/main" id="{E4782E86-9D79-D9E0-3896-54218A0D6FCB}"/>
              </a:ext>
            </a:extLst>
          </p:cNvPr>
          <p:cNvSpPr txBox="1"/>
          <p:nvPr/>
        </p:nvSpPr>
        <p:spPr>
          <a:xfrm>
            <a:off x="3642924" y="8615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Color</a:t>
            </a:r>
          </a:p>
        </p:txBody>
      </p:sp>
      <p:sp>
        <p:nvSpPr>
          <p:cNvPr id="290" name="CuadroTexto 289">
            <a:extLst>
              <a:ext uri="{FF2B5EF4-FFF2-40B4-BE49-F238E27FC236}">
                <a16:creationId xmlns:a16="http://schemas.microsoft.com/office/drawing/2014/main" id="{99684FCC-DF8A-1DA9-7099-C976D5C0E981}"/>
              </a:ext>
            </a:extLst>
          </p:cNvPr>
          <p:cNvSpPr txBox="1"/>
          <p:nvPr/>
        </p:nvSpPr>
        <p:spPr>
          <a:xfrm>
            <a:off x="3066509" y="71523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Nivell</a:t>
            </a:r>
            <a:endParaRPr lang="es-ES" sz="1100" dirty="0"/>
          </a:p>
        </p:txBody>
      </p:sp>
      <p:sp>
        <p:nvSpPr>
          <p:cNvPr id="291" name="CuadroTexto 290">
            <a:extLst>
              <a:ext uri="{FF2B5EF4-FFF2-40B4-BE49-F238E27FC236}">
                <a16:creationId xmlns:a16="http://schemas.microsoft.com/office/drawing/2014/main" id="{98347FC8-D28F-B603-D08E-D690C50E2997}"/>
              </a:ext>
            </a:extLst>
          </p:cNvPr>
          <p:cNvSpPr txBox="1"/>
          <p:nvPr/>
        </p:nvSpPr>
        <p:spPr>
          <a:xfrm>
            <a:off x="1396244" y="1879968"/>
            <a:ext cx="13440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ID_Tit</a:t>
            </a:r>
            <a:endParaRPr lang="es-ES" sz="1100" u="sng" dirty="0"/>
          </a:p>
        </p:txBody>
      </p:sp>
      <p:cxnSp>
        <p:nvCxnSpPr>
          <p:cNvPr id="292" name="Conector recto de flecha 291">
            <a:extLst>
              <a:ext uri="{FF2B5EF4-FFF2-40B4-BE49-F238E27FC236}">
                <a16:creationId xmlns:a16="http://schemas.microsoft.com/office/drawing/2014/main" id="{5C39B428-CEBA-D820-004C-06425D2C12F1}"/>
              </a:ext>
            </a:extLst>
          </p:cNvPr>
          <p:cNvCxnSpPr>
            <a:cxnSpLocks/>
            <a:stCxn id="33" idx="3"/>
            <a:endCxn id="291" idx="1"/>
          </p:cNvCxnSpPr>
          <p:nvPr/>
        </p:nvCxnSpPr>
        <p:spPr>
          <a:xfrm flipV="1">
            <a:off x="1200417" y="2010773"/>
            <a:ext cx="195827" cy="22347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ector recto de flecha 295">
            <a:extLst>
              <a:ext uri="{FF2B5EF4-FFF2-40B4-BE49-F238E27FC236}">
                <a16:creationId xmlns:a16="http://schemas.microsoft.com/office/drawing/2014/main" id="{5ED85B68-A561-AE42-24AB-AE7EF7E940A7}"/>
              </a:ext>
            </a:extLst>
          </p:cNvPr>
          <p:cNvCxnSpPr>
            <a:cxnSpLocks/>
          </p:cNvCxnSpPr>
          <p:nvPr/>
        </p:nvCxnSpPr>
        <p:spPr>
          <a:xfrm flipV="1">
            <a:off x="375610" y="1962120"/>
            <a:ext cx="0" cy="8691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CuadroTexto 296">
            <a:extLst>
              <a:ext uri="{FF2B5EF4-FFF2-40B4-BE49-F238E27FC236}">
                <a16:creationId xmlns:a16="http://schemas.microsoft.com/office/drawing/2014/main" id="{C3CC4422-955F-13DA-169C-A0C74E4FCC98}"/>
              </a:ext>
            </a:extLst>
          </p:cNvPr>
          <p:cNvSpPr txBox="1"/>
          <p:nvPr/>
        </p:nvSpPr>
        <p:spPr>
          <a:xfrm>
            <a:off x="62241" y="1738564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Nom_tit</a:t>
            </a:r>
            <a:endParaRPr lang="es-ES" sz="1100" dirty="0"/>
          </a:p>
        </p:txBody>
      </p:sp>
      <p:sp>
        <p:nvSpPr>
          <p:cNvPr id="298" name="CuadroTexto 297">
            <a:extLst>
              <a:ext uri="{FF2B5EF4-FFF2-40B4-BE49-F238E27FC236}">
                <a16:creationId xmlns:a16="http://schemas.microsoft.com/office/drawing/2014/main" id="{1D2B340F-64D0-3F1A-441A-91BD91DEFB7C}"/>
              </a:ext>
            </a:extLst>
          </p:cNvPr>
          <p:cNvSpPr txBox="1"/>
          <p:nvPr/>
        </p:nvSpPr>
        <p:spPr>
          <a:xfrm>
            <a:off x="3181518" y="5153183"/>
            <a:ext cx="721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ID_Tipus</a:t>
            </a:r>
            <a:endParaRPr lang="es-ES" sz="1100" u="sng" dirty="0"/>
          </a:p>
        </p:txBody>
      </p:sp>
      <p:cxnSp>
        <p:nvCxnSpPr>
          <p:cNvPr id="299" name="Conector recto de flecha 298">
            <a:extLst>
              <a:ext uri="{FF2B5EF4-FFF2-40B4-BE49-F238E27FC236}">
                <a16:creationId xmlns:a16="http://schemas.microsoft.com/office/drawing/2014/main" id="{E6DB3FCB-99F6-28DF-3721-C6A949F7C22A}"/>
              </a:ext>
            </a:extLst>
          </p:cNvPr>
          <p:cNvCxnSpPr>
            <a:cxnSpLocks/>
            <a:stCxn id="20" idx="2"/>
            <a:endCxn id="298" idx="0"/>
          </p:cNvCxnSpPr>
          <p:nvPr/>
        </p:nvCxnSpPr>
        <p:spPr>
          <a:xfrm flipH="1">
            <a:off x="3542501" y="5005051"/>
            <a:ext cx="1" cy="148132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de flecha 307">
            <a:extLst>
              <a:ext uri="{FF2B5EF4-FFF2-40B4-BE49-F238E27FC236}">
                <a16:creationId xmlns:a16="http://schemas.microsoft.com/office/drawing/2014/main" id="{B953DF7F-7D61-7EEE-1EE4-BDA0211252BA}"/>
              </a:ext>
            </a:extLst>
          </p:cNvPr>
          <p:cNvCxnSpPr>
            <a:cxnSpLocks/>
            <a:stCxn id="20" idx="1"/>
            <a:endCxn id="309" idx="3"/>
          </p:cNvCxnSpPr>
          <p:nvPr/>
        </p:nvCxnSpPr>
        <p:spPr>
          <a:xfrm flipH="1">
            <a:off x="2796475" y="4825051"/>
            <a:ext cx="206027" cy="928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CuadroTexto 308">
            <a:extLst>
              <a:ext uri="{FF2B5EF4-FFF2-40B4-BE49-F238E27FC236}">
                <a16:creationId xmlns:a16="http://schemas.microsoft.com/office/drawing/2014/main" id="{5F7A4480-B1FC-0C1E-0DC6-912D25356593}"/>
              </a:ext>
            </a:extLst>
          </p:cNvPr>
          <p:cNvSpPr txBox="1"/>
          <p:nvPr/>
        </p:nvSpPr>
        <p:spPr>
          <a:xfrm>
            <a:off x="1889942" y="4703529"/>
            <a:ext cx="9065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Nom_tipus</a:t>
            </a:r>
            <a:endParaRPr lang="es-ES" sz="1100" dirty="0"/>
          </a:p>
        </p:txBody>
      </p:sp>
      <p:sp>
        <p:nvSpPr>
          <p:cNvPr id="313" name="CuadroTexto 312">
            <a:extLst>
              <a:ext uri="{FF2B5EF4-FFF2-40B4-BE49-F238E27FC236}">
                <a16:creationId xmlns:a16="http://schemas.microsoft.com/office/drawing/2014/main" id="{3AA1145D-78D0-CCA5-F04B-294B2936D899}"/>
              </a:ext>
            </a:extLst>
          </p:cNvPr>
          <p:cNvSpPr txBox="1"/>
          <p:nvPr/>
        </p:nvSpPr>
        <p:spPr>
          <a:xfrm rot="19520964">
            <a:off x="3629459" y="2040395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ID_car</a:t>
            </a:r>
            <a:endParaRPr lang="es-ES" sz="1000" u="sng" dirty="0"/>
          </a:p>
        </p:txBody>
      </p:sp>
      <p:cxnSp>
        <p:nvCxnSpPr>
          <p:cNvPr id="314" name="Conector recto de flecha 313">
            <a:extLst>
              <a:ext uri="{FF2B5EF4-FFF2-40B4-BE49-F238E27FC236}">
                <a16:creationId xmlns:a16="http://schemas.microsoft.com/office/drawing/2014/main" id="{5F05AB3A-1BA2-252F-ECB1-85933963DE89}"/>
              </a:ext>
            </a:extLst>
          </p:cNvPr>
          <p:cNvCxnSpPr>
            <a:cxnSpLocks/>
          </p:cNvCxnSpPr>
          <p:nvPr/>
        </p:nvCxnSpPr>
        <p:spPr>
          <a:xfrm flipV="1">
            <a:off x="3863738" y="2422004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ector recto de flecha 330">
            <a:extLst>
              <a:ext uri="{FF2B5EF4-FFF2-40B4-BE49-F238E27FC236}">
                <a16:creationId xmlns:a16="http://schemas.microsoft.com/office/drawing/2014/main" id="{D0A0301B-C922-6709-599B-310B09673314}"/>
              </a:ext>
            </a:extLst>
          </p:cNvPr>
          <p:cNvCxnSpPr>
            <a:cxnSpLocks/>
          </p:cNvCxnSpPr>
          <p:nvPr/>
        </p:nvCxnSpPr>
        <p:spPr>
          <a:xfrm flipV="1">
            <a:off x="4115430" y="2410112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CuadroTexto 335">
            <a:extLst>
              <a:ext uri="{FF2B5EF4-FFF2-40B4-BE49-F238E27FC236}">
                <a16:creationId xmlns:a16="http://schemas.microsoft.com/office/drawing/2014/main" id="{8402174F-C353-55D0-9F66-6BAA97214628}"/>
              </a:ext>
            </a:extLst>
          </p:cNvPr>
          <p:cNvSpPr txBox="1"/>
          <p:nvPr/>
        </p:nvSpPr>
        <p:spPr>
          <a:xfrm rot="19520964">
            <a:off x="3967598" y="204753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nom</a:t>
            </a:r>
            <a:endParaRPr lang="es-ES" sz="1000" dirty="0"/>
          </a:p>
        </p:txBody>
      </p:sp>
      <p:cxnSp>
        <p:nvCxnSpPr>
          <p:cNvPr id="337" name="Conector recto de flecha 336">
            <a:extLst>
              <a:ext uri="{FF2B5EF4-FFF2-40B4-BE49-F238E27FC236}">
                <a16:creationId xmlns:a16="http://schemas.microsoft.com/office/drawing/2014/main" id="{5B2B7043-3BE0-5BB9-D0AE-7D829D82F91A}"/>
              </a:ext>
            </a:extLst>
          </p:cNvPr>
          <p:cNvCxnSpPr>
            <a:cxnSpLocks/>
          </p:cNvCxnSpPr>
          <p:nvPr/>
        </p:nvCxnSpPr>
        <p:spPr>
          <a:xfrm flipV="1">
            <a:off x="3242179" y="244257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CuadroTexto 337">
            <a:extLst>
              <a:ext uri="{FF2B5EF4-FFF2-40B4-BE49-F238E27FC236}">
                <a16:creationId xmlns:a16="http://schemas.microsoft.com/office/drawing/2014/main" id="{BF9B2D5E-8427-B740-5269-CF8F4ADDADBB}"/>
              </a:ext>
            </a:extLst>
          </p:cNvPr>
          <p:cNvSpPr txBox="1"/>
          <p:nvPr/>
        </p:nvSpPr>
        <p:spPr>
          <a:xfrm rot="19520964">
            <a:off x="3030375" y="208873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Accés</a:t>
            </a:r>
            <a:endParaRPr lang="es-ES" sz="1000" dirty="0"/>
          </a:p>
        </p:txBody>
      </p:sp>
      <p:cxnSp>
        <p:nvCxnSpPr>
          <p:cNvPr id="339" name="Conector recto de flecha 338">
            <a:extLst>
              <a:ext uri="{FF2B5EF4-FFF2-40B4-BE49-F238E27FC236}">
                <a16:creationId xmlns:a16="http://schemas.microsoft.com/office/drawing/2014/main" id="{CDA511A5-B995-1334-8634-D7A8839FCCF5}"/>
              </a:ext>
            </a:extLst>
          </p:cNvPr>
          <p:cNvCxnSpPr>
            <a:cxnSpLocks/>
          </p:cNvCxnSpPr>
          <p:nvPr/>
        </p:nvCxnSpPr>
        <p:spPr>
          <a:xfrm flipV="1">
            <a:off x="2927849" y="2435433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CuadroTexto 339">
            <a:extLst>
              <a:ext uri="{FF2B5EF4-FFF2-40B4-BE49-F238E27FC236}">
                <a16:creationId xmlns:a16="http://schemas.microsoft.com/office/drawing/2014/main" id="{A45322E7-06DE-1555-FDFE-7B26060E5314}"/>
              </a:ext>
            </a:extLst>
          </p:cNvPr>
          <p:cNvSpPr txBox="1"/>
          <p:nvPr/>
        </p:nvSpPr>
        <p:spPr>
          <a:xfrm rot="19520964">
            <a:off x="2731007" y="2093562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Doble</a:t>
            </a:r>
          </a:p>
        </p:txBody>
      </p:sp>
      <p:cxnSp>
        <p:nvCxnSpPr>
          <p:cNvPr id="341" name="Conector recto de flecha 340">
            <a:extLst>
              <a:ext uri="{FF2B5EF4-FFF2-40B4-BE49-F238E27FC236}">
                <a16:creationId xmlns:a16="http://schemas.microsoft.com/office/drawing/2014/main" id="{06048FA9-37E8-0E31-3B65-14BC0C5A4926}"/>
              </a:ext>
            </a:extLst>
          </p:cNvPr>
          <p:cNvCxnSpPr>
            <a:cxnSpLocks/>
          </p:cNvCxnSpPr>
          <p:nvPr/>
        </p:nvCxnSpPr>
        <p:spPr>
          <a:xfrm>
            <a:off x="3387436" y="2830120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3" name="CuadroTexto 342">
            <a:extLst>
              <a:ext uri="{FF2B5EF4-FFF2-40B4-BE49-F238E27FC236}">
                <a16:creationId xmlns:a16="http://schemas.microsoft.com/office/drawing/2014/main" id="{795AA834-AAEA-FE9D-4525-E32522A545AF}"/>
              </a:ext>
            </a:extLst>
          </p:cNvPr>
          <p:cNvSpPr txBox="1"/>
          <p:nvPr/>
        </p:nvSpPr>
        <p:spPr>
          <a:xfrm rot="19520964">
            <a:off x="2933209" y="298095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Senyal</a:t>
            </a:r>
            <a:endParaRPr lang="es-ES" sz="1000" dirty="0"/>
          </a:p>
        </p:txBody>
      </p:sp>
      <p:cxnSp>
        <p:nvCxnSpPr>
          <p:cNvPr id="344" name="Conector recto de flecha 343">
            <a:extLst>
              <a:ext uri="{FF2B5EF4-FFF2-40B4-BE49-F238E27FC236}">
                <a16:creationId xmlns:a16="http://schemas.microsoft.com/office/drawing/2014/main" id="{DED81DD2-9C64-A3EF-186B-3A346B7F7624}"/>
              </a:ext>
            </a:extLst>
          </p:cNvPr>
          <p:cNvCxnSpPr>
            <a:cxnSpLocks/>
          </p:cNvCxnSpPr>
          <p:nvPr/>
        </p:nvCxnSpPr>
        <p:spPr>
          <a:xfrm>
            <a:off x="4180133" y="2830742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ector recto de flecha 344">
            <a:extLst>
              <a:ext uri="{FF2B5EF4-FFF2-40B4-BE49-F238E27FC236}">
                <a16:creationId xmlns:a16="http://schemas.microsoft.com/office/drawing/2014/main" id="{964DC4E5-0633-DF27-8F06-383B1EE9634F}"/>
              </a:ext>
            </a:extLst>
          </p:cNvPr>
          <p:cNvCxnSpPr>
            <a:cxnSpLocks/>
          </p:cNvCxnSpPr>
          <p:nvPr/>
        </p:nvCxnSpPr>
        <p:spPr>
          <a:xfrm>
            <a:off x="3898702" y="2822321"/>
            <a:ext cx="0" cy="14913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CuadroTexto 345">
            <a:extLst>
              <a:ext uri="{FF2B5EF4-FFF2-40B4-BE49-F238E27FC236}">
                <a16:creationId xmlns:a16="http://schemas.microsoft.com/office/drawing/2014/main" id="{7FD24E85-14DA-912F-2CCF-009C4A7DA1DB}"/>
              </a:ext>
            </a:extLst>
          </p:cNvPr>
          <p:cNvSpPr txBox="1"/>
          <p:nvPr/>
        </p:nvSpPr>
        <p:spPr>
          <a:xfrm rot="19520964">
            <a:off x="3476001" y="2918020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Prefix</a:t>
            </a:r>
            <a:endParaRPr lang="es-ES" sz="1000" dirty="0"/>
          </a:p>
        </p:txBody>
      </p:sp>
      <p:sp>
        <p:nvSpPr>
          <p:cNvPr id="347" name="CuadroTexto 346">
            <a:extLst>
              <a:ext uri="{FF2B5EF4-FFF2-40B4-BE49-F238E27FC236}">
                <a16:creationId xmlns:a16="http://schemas.microsoft.com/office/drawing/2014/main" id="{EE302780-D71C-A045-33CB-01E845C82D55}"/>
              </a:ext>
            </a:extLst>
          </p:cNvPr>
          <p:cNvSpPr txBox="1"/>
          <p:nvPr/>
        </p:nvSpPr>
        <p:spPr>
          <a:xfrm rot="19520964">
            <a:off x="3608447" y="3055323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Obs_car</a:t>
            </a:r>
            <a:endParaRPr lang="es-ES" sz="1000" dirty="0"/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B51AFCF6-5291-448D-88A8-8E9ADB3ED89D}"/>
              </a:ext>
            </a:extLst>
          </p:cNvPr>
          <p:cNvSpPr txBox="1"/>
          <p:nvPr/>
        </p:nvSpPr>
        <p:spPr>
          <a:xfrm>
            <a:off x="5021222" y="45273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ID_entorn</a:t>
            </a:r>
            <a:endParaRPr lang="es-ES" sz="1100" u="sng" dirty="0"/>
          </a:p>
        </p:txBody>
      </p:sp>
      <p:cxnSp>
        <p:nvCxnSpPr>
          <p:cNvPr id="349" name="Conector recto de flecha 348">
            <a:extLst>
              <a:ext uri="{FF2B5EF4-FFF2-40B4-BE49-F238E27FC236}">
                <a16:creationId xmlns:a16="http://schemas.microsoft.com/office/drawing/2014/main" id="{DF55F338-09CD-6CE0-194F-AC871F9063AC}"/>
              </a:ext>
            </a:extLst>
          </p:cNvPr>
          <p:cNvCxnSpPr>
            <a:cxnSpLocks/>
            <a:stCxn id="28" idx="1"/>
            <a:endCxn id="348" idx="3"/>
          </p:cNvCxnSpPr>
          <p:nvPr/>
        </p:nvCxnSpPr>
        <p:spPr>
          <a:xfrm flipH="1">
            <a:off x="5827710" y="58354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ector recto de flecha 355">
            <a:extLst>
              <a:ext uri="{FF2B5EF4-FFF2-40B4-BE49-F238E27FC236}">
                <a16:creationId xmlns:a16="http://schemas.microsoft.com/office/drawing/2014/main" id="{A92A4F20-6FDA-9FDF-AE50-B090D549741E}"/>
              </a:ext>
            </a:extLst>
          </p:cNvPr>
          <p:cNvCxnSpPr>
            <a:cxnSpLocks/>
            <a:endCxn id="357" idx="2"/>
          </p:cNvCxnSpPr>
          <p:nvPr/>
        </p:nvCxnSpPr>
        <p:spPr>
          <a:xfrm flipV="1">
            <a:off x="6298356" y="285447"/>
            <a:ext cx="0" cy="152317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CuadroTexto 356">
            <a:extLst>
              <a:ext uri="{FF2B5EF4-FFF2-40B4-BE49-F238E27FC236}">
                <a16:creationId xmlns:a16="http://schemas.microsoft.com/office/drawing/2014/main" id="{91F5488D-DF89-2D1B-F398-953D3D972E8E}"/>
              </a:ext>
            </a:extLst>
          </p:cNvPr>
          <p:cNvSpPr txBox="1"/>
          <p:nvPr/>
        </p:nvSpPr>
        <p:spPr>
          <a:xfrm>
            <a:off x="5884737" y="23837"/>
            <a:ext cx="8272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Nom_ent</a:t>
            </a:r>
            <a:endParaRPr lang="es-ES" sz="1100" dirty="0"/>
          </a:p>
        </p:txBody>
      </p:sp>
      <p:sp>
        <p:nvSpPr>
          <p:cNvPr id="362" name="CuadroTexto 361">
            <a:extLst>
              <a:ext uri="{FF2B5EF4-FFF2-40B4-BE49-F238E27FC236}">
                <a16:creationId xmlns:a16="http://schemas.microsoft.com/office/drawing/2014/main" id="{C888D0C9-E2EF-C983-F694-329951684E6E}"/>
              </a:ext>
            </a:extLst>
          </p:cNvPr>
          <p:cNvSpPr txBox="1"/>
          <p:nvPr/>
        </p:nvSpPr>
        <p:spPr>
          <a:xfrm>
            <a:off x="5098951" y="4969769"/>
            <a:ext cx="8064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u="sng" dirty="0" err="1"/>
              <a:t>ID_Terr</a:t>
            </a:r>
            <a:endParaRPr lang="es-ES" sz="1100" u="sng" dirty="0"/>
          </a:p>
        </p:txBody>
      </p:sp>
      <p:cxnSp>
        <p:nvCxnSpPr>
          <p:cNvPr id="363" name="Conector recto de flecha 362">
            <a:extLst>
              <a:ext uri="{FF2B5EF4-FFF2-40B4-BE49-F238E27FC236}">
                <a16:creationId xmlns:a16="http://schemas.microsoft.com/office/drawing/2014/main" id="{76372B5D-96C8-4DE2-4D10-95E1E15390B4}"/>
              </a:ext>
            </a:extLst>
          </p:cNvPr>
          <p:cNvCxnSpPr>
            <a:cxnSpLocks/>
            <a:endCxn id="362" idx="3"/>
          </p:cNvCxnSpPr>
          <p:nvPr/>
        </p:nvCxnSpPr>
        <p:spPr>
          <a:xfrm flipH="1">
            <a:off x="5905439" y="5100574"/>
            <a:ext cx="173320" cy="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recto de flecha 363">
            <a:extLst>
              <a:ext uri="{FF2B5EF4-FFF2-40B4-BE49-F238E27FC236}">
                <a16:creationId xmlns:a16="http://schemas.microsoft.com/office/drawing/2014/main" id="{F93CF46A-3983-23CC-C80E-2D302E992DF4}"/>
              </a:ext>
            </a:extLst>
          </p:cNvPr>
          <p:cNvCxnSpPr>
            <a:cxnSpLocks/>
            <a:endCxn id="365" idx="2"/>
          </p:cNvCxnSpPr>
          <p:nvPr/>
        </p:nvCxnSpPr>
        <p:spPr>
          <a:xfrm flipV="1">
            <a:off x="6057660" y="4793082"/>
            <a:ext cx="0" cy="13172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5" name="CuadroTexto 364">
            <a:extLst>
              <a:ext uri="{FF2B5EF4-FFF2-40B4-BE49-F238E27FC236}">
                <a16:creationId xmlns:a16="http://schemas.microsoft.com/office/drawing/2014/main" id="{2F788FCE-F7D5-52AB-4886-911CF51A85F1}"/>
              </a:ext>
            </a:extLst>
          </p:cNvPr>
          <p:cNvSpPr txBox="1"/>
          <p:nvPr/>
        </p:nvSpPr>
        <p:spPr>
          <a:xfrm>
            <a:off x="5646080" y="4531472"/>
            <a:ext cx="8231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Nom_Ter</a:t>
            </a:r>
            <a:endParaRPr lang="es-ES" sz="1100" dirty="0"/>
          </a:p>
        </p:txBody>
      </p:sp>
      <p:sp>
        <p:nvSpPr>
          <p:cNvPr id="368" name="CuadroTexto 367">
            <a:extLst>
              <a:ext uri="{FF2B5EF4-FFF2-40B4-BE49-F238E27FC236}">
                <a16:creationId xmlns:a16="http://schemas.microsoft.com/office/drawing/2014/main" id="{4E944B54-2756-03F0-BF90-F8D56A77C78F}"/>
              </a:ext>
            </a:extLst>
          </p:cNvPr>
          <p:cNvSpPr txBox="1"/>
          <p:nvPr/>
        </p:nvSpPr>
        <p:spPr>
          <a:xfrm rot="19520964">
            <a:off x="7168535" y="2049108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 err="1"/>
              <a:t>ID_tram</a:t>
            </a:r>
            <a:endParaRPr lang="es-ES" sz="1000" u="sng" dirty="0"/>
          </a:p>
        </p:txBody>
      </p:sp>
      <p:cxnSp>
        <p:nvCxnSpPr>
          <p:cNvPr id="369" name="Conector recto de flecha 368">
            <a:extLst>
              <a:ext uri="{FF2B5EF4-FFF2-40B4-BE49-F238E27FC236}">
                <a16:creationId xmlns:a16="http://schemas.microsoft.com/office/drawing/2014/main" id="{8BBD04D5-250A-567A-9F56-D2B83D8C29B2}"/>
              </a:ext>
            </a:extLst>
          </p:cNvPr>
          <p:cNvCxnSpPr>
            <a:cxnSpLocks/>
          </p:cNvCxnSpPr>
          <p:nvPr/>
        </p:nvCxnSpPr>
        <p:spPr>
          <a:xfrm flipV="1">
            <a:off x="7402814" y="2430717"/>
            <a:ext cx="0" cy="145440"/>
          </a:xfrm>
          <a:prstGeom prst="straightConnector1">
            <a:avLst/>
          </a:prstGeom>
          <a:ln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ector recto de flecha 369">
            <a:extLst>
              <a:ext uri="{FF2B5EF4-FFF2-40B4-BE49-F238E27FC236}">
                <a16:creationId xmlns:a16="http://schemas.microsoft.com/office/drawing/2014/main" id="{141FD20D-7C8D-C087-E103-0EADB1E3FD2B}"/>
              </a:ext>
            </a:extLst>
          </p:cNvPr>
          <p:cNvCxnSpPr>
            <a:cxnSpLocks/>
          </p:cNvCxnSpPr>
          <p:nvPr/>
        </p:nvCxnSpPr>
        <p:spPr>
          <a:xfrm flipV="1">
            <a:off x="7723563" y="2443164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1" name="CuadroTexto 370">
            <a:extLst>
              <a:ext uri="{FF2B5EF4-FFF2-40B4-BE49-F238E27FC236}">
                <a16:creationId xmlns:a16="http://schemas.microsoft.com/office/drawing/2014/main" id="{9013E947-FCE5-0066-EB8C-E9D340229B91}"/>
              </a:ext>
            </a:extLst>
          </p:cNvPr>
          <p:cNvSpPr txBox="1"/>
          <p:nvPr/>
        </p:nvSpPr>
        <p:spPr>
          <a:xfrm rot="19520964">
            <a:off x="7562076" y="2012477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Num_carrils</a:t>
            </a:r>
            <a:endParaRPr lang="es-ES" sz="1000" dirty="0"/>
          </a:p>
        </p:txBody>
      </p:sp>
      <p:cxnSp>
        <p:nvCxnSpPr>
          <p:cNvPr id="372" name="Conector recto de flecha 371">
            <a:extLst>
              <a:ext uri="{FF2B5EF4-FFF2-40B4-BE49-F238E27FC236}">
                <a16:creationId xmlns:a16="http://schemas.microsoft.com/office/drawing/2014/main" id="{186C4440-83F6-DD3E-3DC7-E5A9E57121B0}"/>
              </a:ext>
            </a:extLst>
          </p:cNvPr>
          <p:cNvCxnSpPr>
            <a:cxnSpLocks/>
          </p:cNvCxnSpPr>
          <p:nvPr/>
        </p:nvCxnSpPr>
        <p:spPr>
          <a:xfrm flipV="1">
            <a:off x="7067007" y="2442576"/>
            <a:ext cx="0" cy="12479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3" name="CuadroTexto 372">
            <a:extLst>
              <a:ext uri="{FF2B5EF4-FFF2-40B4-BE49-F238E27FC236}">
                <a16:creationId xmlns:a16="http://schemas.microsoft.com/office/drawing/2014/main" id="{6B55DFFF-6D53-0359-EE5B-A0B8A568F3F6}"/>
              </a:ext>
            </a:extLst>
          </p:cNvPr>
          <p:cNvSpPr txBox="1"/>
          <p:nvPr/>
        </p:nvSpPr>
        <p:spPr>
          <a:xfrm rot="19520964">
            <a:off x="6786145" y="2142691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Obs</a:t>
            </a:r>
            <a:endParaRPr lang="es-ES" sz="1000" dirty="0"/>
          </a:p>
        </p:txBody>
      </p:sp>
      <p:cxnSp>
        <p:nvCxnSpPr>
          <p:cNvPr id="374" name="Conector recto de flecha 373">
            <a:extLst>
              <a:ext uri="{FF2B5EF4-FFF2-40B4-BE49-F238E27FC236}">
                <a16:creationId xmlns:a16="http://schemas.microsoft.com/office/drawing/2014/main" id="{582F7ED3-36A9-EBFC-4AF9-53E42A375651}"/>
              </a:ext>
            </a:extLst>
          </p:cNvPr>
          <p:cNvCxnSpPr>
            <a:cxnSpLocks/>
          </p:cNvCxnSpPr>
          <p:nvPr/>
        </p:nvCxnSpPr>
        <p:spPr>
          <a:xfrm flipV="1">
            <a:off x="6752677" y="2444146"/>
            <a:ext cx="4465" cy="116080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CuadroTexto 374">
            <a:extLst>
              <a:ext uri="{FF2B5EF4-FFF2-40B4-BE49-F238E27FC236}">
                <a16:creationId xmlns:a16="http://schemas.microsoft.com/office/drawing/2014/main" id="{E695545F-5493-9219-8F37-0D36A707C928}"/>
              </a:ext>
            </a:extLst>
          </p:cNvPr>
          <p:cNvSpPr txBox="1"/>
          <p:nvPr/>
        </p:nvSpPr>
        <p:spPr>
          <a:xfrm rot="19520964">
            <a:off x="6465181" y="2119666"/>
            <a:ext cx="7219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Vel_lim</a:t>
            </a:r>
            <a:endParaRPr lang="es-ES" sz="1000" dirty="0"/>
          </a:p>
        </p:txBody>
      </p:sp>
      <p:cxnSp>
        <p:nvCxnSpPr>
          <p:cNvPr id="380" name="Conector recto de flecha 379">
            <a:extLst>
              <a:ext uri="{FF2B5EF4-FFF2-40B4-BE49-F238E27FC236}">
                <a16:creationId xmlns:a16="http://schemas.microsoft.com/office/drawing/2014/main" id="{C3A20CDB-A78D-45C3-9FE9-8B0AC1D8B5BB}"/>
              </a:ext>
            </a:extLst>
          </p:cNvPr>
          <p:cNvCxnSpPr>
            <a:cxnSpLocks/>
          </p:cNvCxnSpPr>
          <p:nvPr/>
        </p:nvCxnSpPr>
        <p:spPr>
          <a:xfrm>
            <a:off x="7721182" y="2896888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2" name="CuadroTexto 381">
            <a:extLst>
              <a:ext uri="{FF2B5EF4-FFF2-40B4-BE49-F238E27FC236}">
                <a16:creationId xmlns:a16="http://schemas.microsoft.com/office/drawing/2014/main" id="{89DC22E5-D7EE-6E5A-9A11-21E1F959978B}"/>
              </a:ext>
            </a:extLst>
          </p:cNvPr>
          <p:cNvSpPr txBox="1"/>
          <p:nvPr/>
        </p:nvSpPr>
        <p:spPr>
          <a:xfrm rot="19520964">
            <a:off x="7388565" y="2999933"/>
            <a:ext cx="519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long</a:t>
            </a:r>
            <a:endParaRPr lang="es-ES" sz="1000" dirty="0"/>
          </a:p>
        </p:txBody>
      </p:sp>
      <p:cxnSp>
        <p:nvCxnSpPr>
          <p:cNvPr id="383" name="Conector recto de flecha 382">
            <a:extLst>
              <a:ext uri="{FF2B5EF4-FFF2-40B4-BE49-F238E27FC236}">
                <a16:creationId xmlns:a16="http://schemas.microsoft.com/office/drawing/2014/main" id="{20664365-F73F-6FDC-94BA-1517B1A111A8}"/>
              </a:ext>
            </a:extLst>
          </p:cNvPr>
          <p:cNvCxnSpPr>
            <a:cxnSpLocks/>
          </p:cNvCxnSpPr>
          <p:nvPr/>
        </p:nvCxnSpPr>
        <p:spPr>
          <a:xfrm>
            <a:off x="6733278" y="2890986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de flecha 384">
            <a:extLst>
              <a:ext uri="{FF2B5EF4-FFF2-40B4-BE49-F238E27FC236}">
                <a16:creationId xmlns:a16="http://schemas.microsoft.com/office/drawing/2014/main" id="{881F9644-51CA-ED50-642B-5EDC0F2DE1FC}"/>
              </a:ext>
            </a:extLst>
          </p:cNvPr>
          <p:cNvCxnSpPr>
            <a:cxnSpLocks/>
          </p:cNvCxnSpPr>
          <p:nvPr/>
        </p:nvCxnSpPr>
        <p:spPr>
          <a:xfrm>
            <a:off x="7075964" y="2890985"/>
            <a:ext cx="0" cy="122643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6" name="CuadroTexto 385">
            <a:extLst>
              <a:ext uri="{FF2B5EF4-FFF2-40B4-BE49-F238E27FC236}">
                <a16:creationId xmlns:a16="http://schemas.microsoft.com/office/drawing/2014/main" id="{5BC00579-8E01-4F62-FD98-BB6F2000DDDF}"/>
              </a:ext>
            </a:extLst>
          </p:cNvPr>
          <p:cNvSpPr txBox="1"/>
          <p:nvPr/>
        </p:nvSpPr>
        <p:spPr>
          <a:xfrm rot="19520964">
            <a:off x="6642464" y="3039959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km_ini</a:t>
            </a:r>
            <a:endParaRPr lang="es-ES" sz="1000" dirty="0"/>
          </a:p>
        </p:txBody>
      </p:sp>
      <p:sp>
        <p:nvSpPr>
          <p:cNvPr id="387" name="CuadroTexto 386">
            <a:extLst>
              <a:ext uri="{FF2B5EF4-FFF2-40B4-BE49-F238E27FC236}">
                <a16:creationId xmlns:a16="http://schemas.microsoft.com/office/drawing/2014/main" id="{AE10B9DC-85D5-0908-5913-3709721396ED}"/>
              </a:ext>
            </a:extLst>
          </p:cNvPr>
          <p:cNvSpPr txBox="1"/>
          <p:nvPr/>
        </p:nvSpPr>
        <p:spPr>
          <a:xfrm rot="19520964">
            <a:off x="6295986" y="3055465"/>
            <a:ext cx="5800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 err="1"/>
              <a:t>km_fin</a:t>
            </a:r>
            <a:endParaRPr lang="es-ES" sz="1000" dirty="0"/>
          </a:p>
        </p:txBody>
      </p:sp>
      <p:cxnSp>
        <p:nvCxnSpPr>
          <p:cNvPr id="390" name="Conector recto de flecha 389">
            <a:extLst>
              <a:ext uri="{FF2B5EF4-FFF2-40B4-BE49-F238E27FC236}">
                <a16:creationId xmlns:a16="http://schemas.microsoft.com/office/drawing/2014/main" id="{CAE14670-DB3F-9BA9-86A7-7F4B8C0E80F8}"/>
              </a:ext>
            </a:extLst>
          </p:cNvPr>
          <p:cNvCxnSpPr>
            <a:cxnSpLocks/>
          </p:cNvCxnSpPr>
          <p:nvPr/>
        </p:nvCxnSpPr>
        <p:spPr>
          <a:xfrm flipV="1">
            <a:off x="11080331" y="2443499"/>
            <a:ext cx="0" cy="93724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CuadroTexto 390">
            <a:extLst>
              <a:ext uri="{FF2B5EF4-FFF2-40B4-BE49-F238E27FC236}">
                <a16:creationId xmlns:a16="http://schemas.microsoft.com/office/drawing/2014/main" id="{2F65EFCF-682F-CB12-3277-796CBF1C8654}"/>
              </a:ext>
            </a:extLst>
          </p:cNvPr>
          <p:cNvSpPr txBox="1"/>
          <p:nvPr/>
        </p:nvSpPr>
        <p:spPr>
          <a:xfrm rot="19520964">
            <a:off x="10918844" y="2012812"/>
            <a:ext cx="875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Km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46FD339-B539-8AB1-2908-CF312C5B2613}"/>
              </a:ext>
            </a:extLst>
          </p:cNvPr>
          <p:cNvCxnSpPr>
            <a:cxnSpLocks/>
          </p:cNvCxnSpPr>
          <p:nvPr/>
        </p:nvCxnSpPr>
        <p:spPr>
          <a:xfrm flipH="1">
            <a:off x="8593951" y="2896888"/>
            <a:ext cx="125538" cy="162785"/>
          </a:xfrm>
          <a:prstGeom prst="straightConnector1">
            <a:avLst/>
          </a:prstGeom>
          <a:ln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F2E82802-B529-D5DA-8FCA-82707B526707}"/>
              </a:ext>
            </a:extLst>
          </p:cNvPr>
          <p:cNvSpPr txBox="1"/>
          <p:nvPr/>
        </p:nvSpPr>
        <p:spPr>
          <a:xfrm>
            <a:off x="8095920" y="3037770"/>
            <a:ext cx="9328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/>
              <a:t>Intersecció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170297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018A5CAE-A3F9-7EAC-1A5C-EACF88317C38}"/>
              </a:ext>
            </a:extLst>
          </p:cNvPr>
          <p:cNvSpPr txBox="1"/>
          <p:nvPr/>
        </p:nvSpPr>
        <p:spPr>
          <a:xfrm>
            <a:off x="593424" y="275326"/>
            <a:ext cx="531535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CARRETERA</a:t>
            </a:r>
            <a:r>
              <a:rPr lang="es-ES" sz="1200" dirty="0"/>
              <a:t> (</a:t>
            </a:r>
            <a:r>
              <a:rPr lang="es-ES" sz="1200" u="sng" dirty="0" err="1"/>
              <a:t>ID_car</a:t>
            </a:r>
            <a:r>
              <a:rPr lang="es-ES" sz="1200" dirty="0"/>
              <a:t>, , </a:t>
            </a:r>
            <a:r>
              <a:rPr lang="es-ES" sz="1200" dirty="0" err="1"/>
              <a:t>Nom</a:t>
            </a:r>
            <a:r>
              <a:rPr lang="es-ES" sz="1200" dirty="0"/>
              <a:t>, </a:t>
            </a:r>
            <a:r>
              <a:rPr lang="es-ES" sz="1200" dirty="0" err="1"/>
              <a:t>Accés</a:t>
            </a:r>
            <a:r>
              <a:rPr lang="es-ES" sz="1200" dirty="0"/>
              <a:t>, Doble, </a:t>
            </a:r>
            <a:r>
              <a:rPr lang="es-ES" sz="1200" dirty="0" err="1"/>
              <a:t>Prefix</a:t>
            </a:r>
            <a:r>
              <a:rPr lang="es-ES" sz="1200" dirty="0"/>
              <a:t>, </a:t>
            </a:r>
            <a:r>
              <a:rPr lang="es-ES" sz="1200" dirty="0" err="1"/>
              <a:t>Senyal</a:t>
            </a:r>
            <a:r>
              <a:rPr lang="es-ES" sz="1200" dirty="0"/>
              <a:t>, </a:t>
            </a:r>
            <a:r>
              <a:rPr lang="es-ES" sz="1200" dirty="0" err="1"/>
              <a:t>Obs_car</a:t>
            </a:r>
            <a:r>
              <a:rPr lang="es-ES" sz="1200" dirty="0"/>
              <a:t>, </a:t>
            </a:r>
            <a:r>
              <a:rPr lang="es-ES" sz="1200" dirty="0" err="1"/>
              <a:t>ID_tit</a:t>
            </a:r>
            <a:r>
              <a:rPr lang="es-ES" sz="1200" dirty="0"/>
              <a:t>,  </a:t>
            </a:r>
            <a:r>
              <a:rPr lang="es-ES" sz="1200" dirty="0" err="1"/>
              <a:t>ID_tipus</a:t>
            </a:r>
            <a:r>
              <a:rPr lang="es-ES" sz="1200" dirty="0"/>
              <a:t>, </a:t>
            </a:r>
            <a:r>
              <a:rPr lang="es-ES" sz="1200" dirty="0" err="1"/>
              <a:t>ID_NiCo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ID_tit</a:t>
            </a:r>
            <a:r>
              <a:rPr lang="es-ES" sz="1200" dirty="0"/>
              <a:t>} referencia TITULARITAT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ID_tipus</a:t>
            </a:r>
            <a:r>
              <a:rPr lang="es-ES" sz="1200" dirty="0"/>
              <a:t>} referencia TIPUS_VIA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ID_Nico</a:t>
            </a:r>
            <a:r>
              <a:rPr lang="es-ES" sz="1200" dirty="0"/>
              <a:t>} referencia NIVELL_COL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TIPUS_VIA</a:t>
            </a:r>
            <a:r>
              <a:rPr lang="es-ES" sz="1200" dirty="0"/>
              <a:t> (</a:t>
            </a:r>
            <a:r>
              <a:rPr lang="es-ES" sz="1200" u="sng" dirty="0"/>
              <a:t>ID </a:t>
            </a:r>
            <a:r>
              <a:rPr lang="es-ES" sz="1200" u="sng" dirty="0" err="1"/>
              <a:t>tipus</a:t>
            </a:r>
            <a:r>
              <a:rPr lang="es-ES" sz="1200" dirty="0"/>
              <a:t>, , </a:t>
            </a:r>
            <a:r>
              <a:rPr lang="es-ES" sz="1200" dirty="0" err="1"/>
              <a:t>Nom_tipus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NIVELL_COL </a:t>
            </a:r>
            <a:r>
              <a:rPr lang="es-ES" sz="1200" dirty="0"/>
              <a:t>(</a:t>
            </a:r>
            <a:r>
              <a:rPr lang="es-ES" sz="1200" u="sng" dirty="0"/>
              <a:t>ID Nico</a:t>
            </a:r>
            <a:r>
              <a:rPr lang="es-ES" sz="1200" dirty="0"/>
              <a:t>, , </a:t>
            </a:r>
            <a:r>
              <a:rPr lang="es-ES" sz="1200" dirty="0" err="1"/>
              <a:t>Nivell</a:t>
            </a:r>
            <a:r>
              <a:rPr lang="es-ES" sz="1200" dirty="0"/>
              <a:t>, Color)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TITULARITAT</a:t>
            </a:r>
            <a:r>
              <a:rPr lang="es-ES" sz="1200" dirty="0"/>
              <a:t> (</a:t>
            </a:r>
            <a:r>
              <a:rPr lang="es-ES" sz="1200" u="sng" dirty="0" err="1"/>
              <a:t>ID_tit</a:t>
            </a:r>
            <a:r>
              <a:rPr lang="es-ES" sz="1200" dirty="0"/>
              <a:t>, , </a:t>
            </a:r>
            <a:r>
              <a:rPr lang="es-ES" sz="1200" dirty="0" err="1"/>
              <a:t>Nom_tit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TIPUS_TERR</a:t>
            </a:r>
            <a:r>
              <a:rPr lang="es-ES" sz="1200" dirty="0"/>
              <a:t> (</a:t>
            </a:r>
            <a:r>
              <a:rPr lang="es-ES" sz="1200" u="sng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Nom_Ter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ENTORN</a:t>
            </a:r>
            <a:r>
              <a:rPr lang="es-ES" sz="1200" dirty="0"/>
              <a:t> (</a:t>
            </a:r>
            <a:r>
              <a:rPr lang="es-ES" sz="1200" u="sng" dirty="0" err="1"/>
              <a:t>ID_entorn</a:t>
            </a:r>
            <a:r>
              <a:rPr lang="es-ES" sz="1200" dirty="0"/>
              <a:t>, </a:t>
            </a:r>
            <a:r>
              <a:rPr lang="es-ES" sz="1200" dirty="0" err="1"/>
              <a:t>Nom_ent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dirty="0"/>
              <a:t>, , </a:t>
            </a:r>
            <a:r>
              <a:rPr lang="es-ES" sz="1200" dirty="0" err="1"/>
              <a:t>km_ini</a:t>
            </a:r>
            <a:r>
              <a:rPr lang="es-ES" sz="1200" dirty="0"/>
              <a:t>, </a:t>
            </a:r>
            <a:r>
              <a:rPr lang="es-ES" sz="1200" dirty="0" err="1"/>
              <a:t>km_fin</a:t>
            </a:r>
            <a:r>
              <a:rPr lang="es-ES" sz="1200" dirty="0"/>
              <a:t>, </a:t>
            </a:r>
            <a:r>
              <a:rPr lang="es-ES" sz="1200" dirty="0" err="1"/>
              <a:t>long</a:t>
            </a:r>
            <a:r>
              <a:rPr lang="es-ES" sz="1200" dirty="0"/>
              <a:t>, </a:t>
            </a:r>
            <a:r>
              <a:rPr lang="es-ES" sz="1200" dirty="0" err="1"/>
              <a:t>Obs</a:t>
            </a:r>
            <a:r>
              <a:rPr lang="es-ES" sz="1200" dirty="0"/>
              <a:t>., </a:t>
            </a:r>
            <a:r>
              <a:rPr lang="es-ES" sz="1200" dirty="0" err="1"/>
              <a:t>Vel_lim</a:t>
            </a:r>
            <a:r>
              <a:rPr lang="es-ES" sz="1200" dirty="0"/>
              <a:t>, </a:t>
            </a:r>
            <a:r>
              <a:rPr lang="es-ES" sz="1200" dirty="0" err="1"/>
              <a:t>Num_carrils</a:t>
            </a:r>
            <a:r>
              <a:rPr lang="es-ES" sz="1200" dirty="0"/>
              <a:t>, </a:t>
            </a:r>
            <a:r>
              <a:rPr lang="es-ES" sz="1200" dirty="0" err="1"/>
              <a:t>ID_car</a:t>
            </a:r>
            <a:r>
              <a:rPr lang="es-ES" sz="1200" dirty="0"/>
              <a:t>, </a:t>
            </a:r>
            <a:r>
              <a:rPr lang="es-ES" sz="1200" dirty="0" err="1"/>
              <a:t>ID_Ter</a:t>
            </a:r>
            <a:r>
              <a:rPr lang="es-ES" sz="1200" dirty="0"/>
              <a:t>, </a:t>
            </a:r>
            <a:r>
              <a:rPr lang="es-ES" sz="1200" dirty="0" err="1"/>
              <a:t>ID_entorn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ID_tit</a:t>
            </a:r>
            <a:r>
              <a:rPr lang="es-ES" sz="1200" dirty="0"/>
              <a:t>} referencia CARRETERA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ID_Ter</a:t>
            </a:r>
            <a:r>
              <a:rPr lang="es-ES" sz="1200" dirty="0"/>
              <a:t>} referencia TIPUS_TERR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ID_entorn</a:t>
            </a:r>
            <a:r>
              <a:rPr lang="es-ES" sz="1200" dirty="0"/>
              <a:t>} referencia ENTORN</a:t>
            </a:r>
          </a:p>
          <a:p>
            <a:r>
              <a:rPr lang="es-ES" sz="1200" dirty="0">
                <a:solidFill>
                  <a:srgbClr val="FF0000"/>
                </a:solidFill>
              </a:rPr>
              <a:t>TRAM_NODE</a:t>
            </a:r>
            <a:r>
              <a:rPr lang="es-ES" sz="1200" dirty="0"/>
              <a:t> (</a:t>
            </a:r>
            <a:r>
              <a:rPr lang="es-ES" sz="1200" u="sng" dirty="0" err="1"/>
              <a:t>ID_tram</a:t>
            </a:r>
            <a:r>
              <a:rPr lang="es-ES" sz="1200" u="sng" dirty="0"/>
              <a:t> + </a:t>
            </a:r>
            <a:r>
              <a:rPr lang="es-ES" sz="1200" u="sng" dirty="0" err="1"/>
              <a:t>ID_node</a:t>
            </a:r>
            <a:r>
              <a:rPr lang="es-ES" sz="1200" dirty="0"/>
              <a:t>, </a:t>
            </a:r>
            <a:r>
              <a:rPr lang="es-ES" sz="1200" dirty="0" err="1"/>
              <a:t>tipus</a:t>
            </a:r>
            <a:r>
              <a:rPr lang="es-ES" sz="1200" dirty="0"/>
              <a:t>, </a:t>
            </a:r>
            <a:r>
              <a:rPr lang="es-ES" sz="1200" dirty="0" err="1"/>
              <a:t>Intersecció</a:t>
            </a:r>
            <a:r>
              <a:rPr lang="es-ES" sz="1200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ID_tram</a:t>
            </a:r>
            <a:r>
              <a:rPr lang="es-ES" sz="1200" dirty="0"/>
              <a:t>} referencia TRAM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dirty="0"/>
              <a:t>, km)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NODE_PROV</a:t>
            </a:r>
            <a:r>
              <a:rPr lang="es-ES" sz="1200" dirty="0"/>
              <a:t> (</a:t>
            </a:r>
            <a:r>
              <a:rPr lang="es-ES" sz="1200" u="sng" dirty="0" err="1"/>
              <a:t>ID_node</a:t>
            </a:r>
            <a:r>
              <a:rPr lang="es-ES" sz="1200" u="sng" dirty="0"/>
              <a:t> + </a:t>
            </a:r>
            <a:r>
              <a:rPr lang="es-ES" sz="1200" u="sng" dirty="0" err="1"/>
              <a:t>ID_prov</a:t>
            </a:r>
            <a:r>
              <a:rPr lang="es-ES" sz="1200" u="sng" dirty="0"/>
              <a:t>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ID_node</a:t>
            </a:r>
            <a:r>
              <a:rPr lang="es-ES" sz="1200" dirty="0"/>
              <a:t>} referencia NODE</a:t>
            </a:r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PROVINCIA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dirty="0"/>
              <a:t>, </a:t>
            </a:r>
            <a:r>
              <a:rPr lang="es-ES" sz="1200" dirty="0" err="1"/>
              <a:t>Nom_prov</a:t>
            </a:r>
            <a:r>
              <a:rPr lang="es-ES" sz="1200" dirty="0"/>
              <a:t>)</a:t>
            </a:r>
          </a:p>
          <a:p>
            <a:r>
              <a:rPr lang="es-ES" sz="1200" dirty="0">
                <a:solidFill>
                  <a:srgbClr val="FF0000"/>
                </a:solidFill>
              </a:rPr>
              <a:t>PROV_CA</a:t>
            </a:r>
            <a:r>
              <a:rPr lang="es-ES" sz="1200" dirty="0"/>
              <a:t> (</a:t>
            </a:r>
            <a:r>
              <a:rPr lang="es-ES" sz="1200" u="sng" dirty="0" err="1"/>
              <a:t>ID_prov</a:t>
            </a:r>
            <a:r>
              <a:rPr lang="es-ES" sz="1200" u="sng" dirty="0"/>
              <a:t> + ID_CA)</a:t>
            </a:r>
          </a:p>
          <a:p>
            <a:r>
              <a:rPr lang="es-ES" sz="1200" dirty="0" err="1"/>
              <a:t>On</a:t>
            </a:r>
            <a:endParaRPr lang="es-ES" sz="1200" dirty="0"/>
          </a:p>
          <a:p>
            <a:r>
              <a:rPr lang="es-ES" sz="1200" dirty="0"/>
              <a:t>{</a:t>
            </a:r>
            <a:r>
              <a:rPr lang="es-ES" sz="1200" dirty="0" err="1"/>
              <a:t>ID_prov</a:t>
            </a:r>
            <a:r>
              <a:rPr lang="es-ES" sz="1200" dirty="0"/>
              <a:t>} referencia PROVINCIA </a:t>
            </a:r>
          </a:p>
          <a:p>
            <a:r>
              <a:rPr lang="es-ES" sz="1200" dirty="0"/>
              <a:t>{ID_CA} referencia CA</a:t>
            </a:r>
          </a:p>
          <a:p>
            <a:r>
              <a:rPr lang="es-ES" sz="1200" dirty="0">
                <a:solidFill>
                  <a:srgbClr val="FF0000"/>
                </a:solidFill>
              </a:rPr>
              <a:t>CA</a:t>
            </a:r>
            <a:r>
              <a:rPr lang="es-ES" sz="1200" dirty="0"/>
              <a:t> (</a:t>
            </a:r>
            <a:r>
              <a:rPr lang="es-ES" sz="1200" u="sng" dirty="0"/>
              <a:t>ID_CA</a:t>
            </a:r>
            <a:r>
              <a:rPr lang="es-ES" sz="1200" dirty="0"/>
              <a:t>, </a:t>
            </a:r>
            <a:r>
              <a:rPr lang="es-ES" sz="1200" dirty="0" err="1"/>
              <a:t>Nom_CA</a:t>
            </a:r>
            <a:r>
              <a:rPr lang="es-ES" sz="1200" dirty="0"/>
              <a:t>)</a:t>
            </a:r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/>
          </a:p>
          <a:p>
            <a:endParaRPr lang="es-E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7447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682</Words>
  <Application>Microsoft Office PowerPoint</Application>
  <PresentationFormat>Panorámica</PresentationFormat>
  <Paragraphs>243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Alumne_tarda1</dc:creator>
  <cp:lastModifiedBy>Alumne_tarda1</cp:lastModifiedBy>
  <cp:revision>3</cp:revision>
  <cp:lastPrinted>2026-10-26T14:52:49Z</cp:lastPrinted>
  <dcterms:created xsi:type="dcterms:W3CDTF">2026-10-26T14:49:42Z</dcterms:created>
  <dcterms:modified xsi:type="dcterms:W3CDTF">2026-10-26T14:53:41Z</dcterms:modified>
</cp:coreProperties>
</file>