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8" r:id="rId3"/>
    <p:sldId id="262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71CAB2-1FB3-847B-7A07-7199C85CB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E4B1F1-1FDC-7E8E-CCAB-11214413D5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61261B-6BF2-0C90-9DD2-37E7BB15C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9F6254-32E9-CF4C-4E07-DDC88DBF1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10276D-8038-E80D-D54B-9EAB9321B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2470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307A90-8276-BA64-4F49-201D25D24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DC7956-DDC8-1B55-F60B-3FE35C37B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D04CC2-C8C5-0623-C9BD-ED1E9F3FF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A881F8-17F6-F93B-55B9-849A901F4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262B3F-FC9A-4894-266A-11F9EA4E7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5198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328667-CF2B-71FB-A71E-76CFDF730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543A424-676D-6A5A-DDEB-2AFBCEDE9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FD6A73-EFA5-3399-2314-E2099A6CF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6FE0C1-7D04-D3E6-A616-B6DCC3BA2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DF378B-D3C9-C37C-CC08-917B63A9E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7226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D93BCC-36F1-F428-B4A3-8D3642C62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F94D82-0D47-0277-1831-3704D0D8A8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FF1887-0DE9-AC16-3CBB-F084FB4B6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332362-6ACC-7043-4DC8-EA6656D95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4806F1-4E85-78D4-6B3A-F9FF0EFD2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9406F0-DF74-28AE-BCF9-3BA7D6B88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0816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FC6DEC-1E6B-E8DE-5168-E7B062BC0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0DB528-5B54-5B16-F5D7-F41BBAF47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3F7819C-000F-D8FB-3001-9958AB357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00BD4AD-E16A-86F2-F3B0-CA398CDA70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044B80E-EF1C-6B54-A198-2790F07F3B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61C37B8-09BA-7797-0E5E-3A6D2556E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5A1F8EC-DB76-21BB-06EA-BB8C80F33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10DDECF-D4BC-4CC7-F342-67A0C9DA2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2300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CD812E-7EBB-2A83-13FA-1B42FD0EE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9F5D4C9-D5B9-F5A3-0CE8-B6B041F3F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23B46FF-ADB0-2288-711B-E69D8739D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462AE15-E51E-09EE-E28B-4A70C1699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922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E77B56A-DC40-FB7F-2659-78F08D59A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286CBC-44BC-EFA4-E4BA-3E43D1A7F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02DC5B-B71D-0670-EB4A-2D88B0FFB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3599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BE112E-5E0C-2BED-9A5E-1CC3FB9B8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02257C-53F8-1FF9-DE8C-5C11F5963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324AFCA-3C7D-A7AD-7E2B-2CBE3CC76E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D518D8-426C-697D-1118-37D813CB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07D57DE-804F-C62E-F744-5EF3F3016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A02859-1879-4C51-DDCF-F4830EEFD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8406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1C6C4C-D0F0-04DB-E5E2-EF596CD59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D372F09-5DE9-BA7B-7438-0977EF1B09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04228BF-4766-077A-B626-7F0BC8979B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B6DEAC5-78E9-E916-3703-B6736201B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098D3F8-63AF-C56A-D724-68F6E2B60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803D79D-F4A2-AADB-112C-8D7453EBD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0187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3E59A8-E512-54A5-41C8-58E78E9EC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6B5C30F-7941-EA8B-4444-E0DCE2171A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112CDE-09B3-8C5A-6502-8805C7660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8A5334-A123-0800-1C39-0A4EF5ABD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E0D738-CCB7-0AF8-5C09-C3B5416B1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5453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5C8B9F5-8F56-35F8-DD67-E9C4B65D2A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7C3E620-5945-010F-FEA5-689EC96BE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FEFD97-E671-AACD-E641-5BB5D2479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947791-EB0E-7E7F-D3CB-A2417AD5D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C85507-BA30-C5B8-79D4-50E890F72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269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1F63505-EF89-E26E-556C-0B71E38BF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CBB803A-5908-65E9-1E73-541E9BD1E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04FCA9-9C8A-E1DA-4C3D-D6E7816B0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3CC2DC-F11D-D440-551A-3099EDDC27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23D984-C111-95A4-8827-7F0D658CDB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8071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05E123E-93D8-0B68-F71E-8D2769829D06}"/>
              </a:ext>
            </a:extLst>
          </p:cNvPr>
          <p:cNvGraphicFramePr>
            <a:graphicFrameLocks noGrp="1"/>
          </p:cNvGraphicFramePr>
          <p:nvPr/>
        </p:nvGraphicFramePr>
        <p:xfrm>
          <a:off x="1133894" y="1996440"/>
          <a:ext cx="9924211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1698">
                  <a:extLst>
                    <a:ext uri="{9D8B030D-6E8A-4147-A177-3AD203B41FA5}">
                      <a16:colId xmlns:a16="http://schemas.microsoft.com/office/drawing/2014/main" val="4289832320"/>
                    </a:ext>
                  </a:extLst>
                </a:gridCol>
                <a:gridCol w="1086928">
                  <a:extLst>
                    <a:ext uri="{9D8B030D-6E8A-4147-A177-3AD203B41FA5}">
                      <a16:colId xmlns:a16="http://schemas.microsoft.com/office/drawing/2014/main" val="1412820800"/>
                    </a:ext>
                  </a:extLst>
                </a:gridCol>
                <a:gridCol w="1630392">
                  <a:extLst>
                    <a:ext uri="{9D8B030D-6E8A-4147-A177-3AD203B41FA5}">
                      <a16:colId xmlns:a16="http://schemas.microsoft.com/office/drawing/2014/main" val="2969004268"/>
                    </a:ext>
                  </a:extLst>
                </a:gridCol>
                <a:gridCol w="1242204">
                  <a:extLst>
                    <a:ext uri="{9D8B030D-6E8A-4147-A177-3AD203B41FA5}">
                      <a16:colId xmlns:a16="http://schemas.microsoft.com/office/drawing/2014/main" val="1843240588"/>
                    </a:ext>
                  </a:extLst>
                </a:gridCol>
                <a:gridCol w="1621766">
                  <a:extLst>
                    <a:ext uri="{9D8B030D-6E8A-4147-A177-3AD203B41FA5}">
                      <a16:colId xmlns:a16="http://schemas.microsoft.com/office/drawing/2014/main" val="1553718878"/>
                    </a:ext>
                  </a:extLst>
                </a:gridCol>
                <a:gridCol w="1535502">
                  <a:extLst>
                    <a:ext uri="{9D8B030D-6E8A-4147-A177-3AD203B41FA5}">
                      <a16:colId xmlns:a16="http://schemas.microsoft.com/office/drawing/2014/main" val="1464561780"/>
                    </a:ext>
                  </a:extLst>
                </a:gridCol>
                <a:gridCol w="1345721">
                  <a:extLst>
                    <a:ext uri="{9D8B030D-6E8A-4147-A177-3AD203B41FA5}">
                      <a16:colId xmlns:a16="http://schemas.microsoft.com/office/drawing/2014/main" val="344820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Direcció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Comanda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Cos com.</a:t>
                      </a:r>
                      <a:endParaRPr lang="es-ES" dirty="0"/>
                    </a:p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Article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Fàbrica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043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Client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0" dirty="0"/>
                        <a:t>Es </a:t>
                      </a:r>
                      <a:r>
                        <a:rPr lang="es-ES" b="0" dirty="0" err="1"/>
                        <a:t>tinguda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 err="1"/>
                        <a:t>És</a:t>
                      </a:r>
                      <a:r>
                        <a:rPr lang="es-ES" b="0" dirty="0"/>
                        <a:t> feta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43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Direcció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/>
                        <a:t>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 err="1"/>
                        <a:t>S’envia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487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Comanda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0" dirty="0"/>
                        <a:t>fa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0" dirty="0"/>
                        <a:t>Es </a:t>
                      </a:r>
                      <a:r>
                        <a:rPr lang="es-ES" b="0" dirty="0" err="1"/>
                        <a:t>rep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 err="1"/>
                        <a:t>És</a:t>
                      </a:r>
                      <a:r>
                        <a:rPr lang="es-ES" b="0" dirty="0"/>
                        <a:t> </a:t>
                      </a:r>
                      <a:r>
                        <a:rPr lang="es-ES" b="0" dirty="0" err="1"/>
                        <a:t>continguda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66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Cos com.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/>
                        <a:t>Conté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0" dirty="0" err="1"/>
                        <a:t>És</a:t>
                      </a:r>
                      <a:r>
                        <a:rPr lang="es-ES" b="0" dirty="0"/>
                        <a:t> </a:t>
                      </a:r>
                      <a:r>
                        <a:rPr lang="es-ES" b="0" dirty="0" err="1"/>
                        <a:t>contingut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9159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Article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/>
                        <a:t>Conté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 b="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 err="1"/>
                        <a:t>proveeix</a:t>
                      </a:r>
                      <a:endParaRPr lang="es-E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126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Fàbrica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 err="1"/>
                        <a:t>És</a:t>
                      </a:r>
                      <a:r>
                        <a:rPr lang="es-ES" b="0" dirty="0"/>
                        <a:t> </a:t>
                      </a:r>
                      <a:r>
                        <a:rPr lang="es-ES" b="0" dirty="0" err="1"/>
                        <a:t>proveït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445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8364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F4A3C9A-1D09-623F-214B-4387AD8A1949}"/>
              </a:ext>
            </a:extLst>
          </p:cNvPr>
          <p:cNvSpPr/>
          <p:nvPr/>
        </p:nvSpPr>
        <p:spPr>
          <a:xfrm>
            <a:off x="5138464" y="967952"/>
            <a:ext cx="957533" cy="3896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CLIENT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4A2BCCB-23A2-B251-41A4-284C07CA11E6}"/>
              </a:ext>
            </a:extLst>
          </p:cNvPr>
          <p:cNvSpPr/>
          <p:nvPr/>
        </p:nvSpPr>
        <p:spPr>
          <a:xfrm>
            <a:off x="4960187" y="2769081"/>
            <a:ext cx="1319843" cy="370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COMANDA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2FA7382-58FB-101C-6436-5BF955BF2171}"/>
              </a:ext>
            </a:extLst>
          </p:cNvPr>
          <p:cNvSpPr/>
          <p:nvPr/>
        </p:nvSpPr>
        <p:spPr>
          <a:xfrm>
            <a:off x="8367632" y="884561"/>
            <a:ext cx="1512494" cy="556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DIRECCIÓ </a:t>
            </a:r>
            <a:br>
              <a:rPr lang="es-ES" dirty="0"/>
            </a:br>
            <a:r>
              <a:rPr lang="es-ES" dirty="0" err="1"/>
              <a:t>enviament</a:t>
            </a:r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C65400B-21CF-011D-1AE3-3EA6576069D1}"/>
              </a:ext>
            </a:extLst>
          </p:cNvPr>
          <p:cNvSpPr/>
          <p:nvPr/>
        </p:nvSpPr>
        <p:spPr>
          <a:xfrm>
            <a:off x="1242208" y="4592849"/>
            <a:ext cx="1224951" cy="370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ARTICLE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403A333-4764-6421-64B5-D9D52F732C1A}"/>
              </a:ext>
            </a:extLst>
          </p:cNvPr>
          <p:cNvSpPr/>
          <p:nvPr/>
        </p:nvSpPr>
        <p:spPr>
          <a:xfrm>
            <a:off x="1299000" y="2670418"/>
            <a:ext cx="1111363" cy="370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Fàbrica</a:t>
            </a:r>
            <a:endParaRPr lang="es-ES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622A086-A3BB-0389-4AA8-21867C439A76}"/>
              </a:ext>
            </a:extLst>
          </p:cNvPr>
          <p:cNvSpPr/>
          <p:nvPr/>
        </p:nvSpPr>
        <p:spPr>
          <a:xfrm>
            <a:off x="4784783" y="4372876"/>
            <a:ext cx="1664898" cy="810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COS</a:t>
            </a:r>
            <a:br>
              <a:rPr lang="es-ES" dirty="0"/>
            </a:br>
            <a:r>
              <a:rPr lang="es-ES" dirty="0"/>
              <a:t>comanda</a:t>
            </a:r>
          </a:p>
        </p:txBody>
      </p:sp>
      <p:sp>
        <p:nvSpPr>
          <p:cNvPr id="12" name="Rombo 11">
            <a:extLst>
              <a:ext uri="{FF2B5EF4-FFF2-40B4-BE49-F238E27FC236}">
                <a16:creationId xmlns:a16="http://schemas.microsoft.com/office/drawing/2014/main" id="{678FAA2D-9332-A163-ADB2-FEB144E9D847}"/>
              </a:ext>
            </a:extLst>
          </p:cNvPr>
          <p:cNvSpPr/>
          <p:nvPr/>
        </p:nvSpPr>
        <p:spPr>
          <a:xfrm>
            <a:off x="4960187" y="1693652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fa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2D133C8-7C6A-FDA0-0C94-6EADD1F6B575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>
            <a:off x="5617231" y="1357578"/>
            <a:ext cx="2878" cy="3360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874C865D-AF32-B105-ED2C-12399E47D716}"/>
              </a:ext>
            </a:extLst>
          </p:cNvPr>
          <p:cNvCxnSpPr>
            <a:cxnSpLocks/>
            <a:stCxn id="12" idx="2"/>
            <a:endCxn id="5" idx="0"/>
          </p:cNvCxnSpPr>
          <p:nvPr/>
        </p:nvCxnSpPr>
        <p:spPr>
          <a:xfrm>
            <a:off x="5620109" y="2298938"/>
            <a:ext cx="0" cy="4701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mbo 20">
            <a:extLst>
              <a:ext uri="{FF2B5EF4-FFF2-40B4-BE49-F238E27FC236}">
                <a16:creationId xmlns:a16="http://schemas.microsoft.com/office/drawing/2014/main" id="{36B6F621-9B09-11FA-73F0-20A8D03A8264}"/>
              </a:ext>
            </a:extLst>
          </p:cNvPr>
          <p:cNvSpPr/>
          <p:nvPr/>
        </p:nvSpPr>
        <p:spPr>
          <a:xfrm>
            <a:off x="4957310" y="3444100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té</a:t>
            </a: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E6B38457-FAE8-85B1-4CEB-C0637723F98B}"/>
              </a:ext>
            </a:extLst>
          </p:cNvPr>
          <p:cNvCxnSpPr>
            <a:cxnSpLocks/>
            <a:stCxn id="5" idx="2"/>
            <a:endCxn id="21" idx="0"/>
          </p:cNvCxnSpPr>
          <p:nvPr/>
        </p:nvCxnSpPr>
        <p:spPr>
          <a:xfrm flipH="1">
            <a:off x="5617232" y="3140016"/>
            <a:ext cx="2877" cy="3040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6D86416B-B27F-E6E8-A760-AE0DBD441F59}"/>
              </a:ext>
            </a:extLst>
          </p:cNvPr>
          <p:cNvCxnSpPr>
            <a:cxnSpLocks/>
            <a:stCxn id="21" idx="2"/>
            <a:endCxn id="9" idx="0"/>
          </p:cNvCxnSpPr>
          <p:nvPr/>
        </p:nvCxnSpPr>
        <p:spPr>
          <a:xfrm>
            <a:off x="5617232" y="4049386"/>
            <a:ext cx="0" cy="3234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mbo 33">
            <a:extLst>
              <a:ext uri="{FF2B5EF4-FFF2-40B4-BE49-F238E27FC236}">
                <a16:creationId xmlns:a16="http://schemas.microsoft.com/office/drawing/2014/main" id="{14CBC138-30D3-5E64-88EE-06B5C6453D5C}"/>
              </a:ext>
            </a:extLst>
          </p:cNvPr>
          <p:cNvSpPr/>
          <p:nvPr/>
        </p:nvSpPr>
        <p:spPr>
          <a:xfrm>
            <a:off x="2905663" y="4475673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 err="1"/>
              <a:t>apareix</a:t>
            </a:r>
            <a:endParaRPr lang="es-ES" sz="1100" dirty="0"/>
          </a:p>
        </p:txBody>
      </p:sp>
      <p:cxnSp>
        <p:nvCxnSpPr>
          <p:cNvPr id="36" name="Conector: angular 35">
            <a:extLst>
              <a:ext uri="{FF2B5EF4-FFF2-40B4-BE49-F238E27FC236}">
                <a16:creationId xmlns:a16="http://schemas.microsoft.com/office/drawing/2014/main" id="{12B4049E-00BE-715F-CB53-4FA4F2D55298}"/>
              </a:ext>
            </a:extLst>
          </p:cNvPr>
          <p:cNvCxnSpPr>
            <a:cxnSpLocks/>
            <a:stCxn id="7" idx="3"/>
            <a:endCxn id="34" idx="1"/>
          </p:cNvCxnSpPr>
          <p:nvPr/>
        </p:nvCxnSpPr>
        <p:spPr>
          <a:xfrm flipV="1">
            <a:off x="2467159" y="4778316"/>
            <a:ext cx="438504" cy="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: angular 37">
            <a:extLst>
              <a:ext uri="{FF2B5EF4-FFF2-40B4-BE49-F238E27FC236}">
                <a16:creationId xmlns:a16="http://schemas.microsoft.com/office/drawing/2014/main" id="{37548EF5-EFDA-6933-97E5-D34EFA219443}"/>
              </a:ext>
            </a:extLst>
          </p:cNvPr>
          <p:cNvCxnSpPr>
            <a:cxnSpLocks/>
            <a:stCxn id="34" idx="3"/>
            <a:endCxn id="9" idx="1"/>
          </p:cNvCxnSpPr>
          <p:nvPr/>
        </p:nvCxnSpPr>
        <p:spPr>
          <a:xfrm>
            <a:off x="4225506" y="4778316"/>
            <a:ext cx="559277" cy="2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mbo 38">
            <a:extLst>
              <a:ext uri="{FF2B5EF4-FFF2-40B4-BE49-F238E27FC236}">
                <a16:creationId xmlns:a16="http://schemas.microsoft.com/office/drawing/2014/main" id="{398FB2B5-A252-B5D3-8843-304267AAE2B9}"/>
              </a:ext>
            </a:extLst>
          </p:cNvPr>
          <p:cNvSpPr/>
          <p:nvPr/>
        </p:nvSpPr>
        <p:spPr>
          <a:xfrm>
            <a:off x="1090888" y="3558398"/>
            <a:ext cx="1527589" cy="490988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 err="1"/>
              <a:t>distribueix</a:t>
            </a:r>
            <a:endParaRPr lang="es-ES" sz="1000" dirty="0"/>
          </a:p>
        </p:txBody>
      </p:sp>
      <p:sp>
        <p:nvSpPr>
          <p:cNvPr id="40" name="Rombo 39">
            <a:extLst>
              <a:ext uri="{FF2B5EF4-FFF2-40B4-BE49-F238E27FC236}">
                <a16:creationId xmlns:a16="http://schemas.microsoft.com/office/drawing/2014/main" id="{80ADEBD9-71CA-D091-772D-DC8C9B7289CB}"/>
              </a:ext>
            </a:extLst>
          </p:cNvPr>
          <p:cNvSpPr/>
          <p:nvPr/>
        </p:nvSpPr>
        <p:spPr>
          <a:xfrm>
            <a:off x="6571893" y="860121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té</a:t>
            </a:r>
          </a:p>
        </p:txBody>
      </p:sp>
      <p:cxnSp>
        <p:nvCxnSpPr>
          <p:cNvPr id="42" name="Conector: angular 41">
            <a:extLst>
              <a:ext uri="{FF2B5EF4-FFF2-40B4-BE49-F238E27FC236}">
                <a16:creationId xmlns:a16="http://schemas.microsoft.com/office/drawing/2014/main" id="{7C197D0A-6C5C-BC3B-FD0A-231FA0C2B508}"/>
              </a:ext>
            </a:extLst>
          </p:cNvPr>
          <p:cNvCxnSpPr>
            <a:stCxn id="4" idx="3"/>
            <a:endCxn id="40" idx="1"/>
          </p:cNvCxnSpPr>
          <p:nvPr/>
        </p:nvCxnSpPr>
        <p:spPr>
          <a:xfrm flipV="1">
            <a:off x="6095997" y="1162764"/>
            <a:ext cx="475896" cy="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35D4C6F6-6B07-50FE-C7E1-308B711A60F9}"/>
              </a:ext>
            </a:extLst>
          </p:cNvPr>
          <p:cNvCxnSpPr>
            <a:stCxn id="40" idx="3"/>
            <a:endCxn id="6" idx="1"/>
          </p:cNvCxnSpPr>
          <p:nvPr/>
        </p:nvCxnSpPr>
        <p:spPr>
          <a:xfrm>
            <a:off x="7891736" y="1162764"/>
            <a:ext cx="475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ector: angular 45">
            <a:extLst>
              <a:ext uri="{FF2B5EF4-FFF2-40B4-BE49-F238E27FC236}">
                <a16:creationId xmlns:a16="http://schemas.microsoft.com/office/drawing/2014/main" id="{457B5758-688E-C532-782F-A89C4254EB5E}"/>
              </a:ext>
            </a:extLst>
          </p:cNvPr>
          <p:cNvCxnSpPr>
            <a:stCxn id="8" idx="2"/>
            <a:endCxn id="39" idx="0"/>
          </p:cNvCxnSpPr>
          <p:nvPr/>
        </p:nvCxnSpPr>
        <p:spPr>
          <a:xfrm rot="16200000" flipH="1">
            <a:off x="1596160" y="3299874"/>
            <a:ext cx="517045" cy="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ector: angular 48">
            <a:extLst>
              <a:ext uri="{FF2B5EF4-FFF2-40B4-BE49-F238E27FC236}">
                <a16:creationId xmlns:a16="http://schemas.microsoft.com/office/drawing/2014/main" id="{ADD4CEBC-61C6-F1C7-C851-96F5F0D414AB}"/>
              </a:ext>
            </a:extLst>
          </p:cNvPr>
          <p:cNvCxnSpPr>
            <a:stCxn id="39" idx="2"/>
            <a:endCxn id="7" idx="0"/>
          </p:cNvCxnSpPr>
          <p:nvPr/>
        </p:nvCxnSpPr>
        <p:spPr>
          <a:xfrm rot="16200000" flipH="1">
            <a:off x="1582952" y="4321116"/>
            <a:ext cx="543463" cy="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mbo 53">
            <a:extLst>
              <a:ext uri="{FF2B5EF4-FFF2-40B4-BE49-F238E27FC236}">
                <a16:creationId xmlns:a16="http://schemas.microsoft.com/office/drawing/2014/main" id="{EB46B8A8-D8DA-57C6-8FCF-F1A2B41DC6EE}"/>
              </a:ext>
            </a:extLst>
          </p:cNvPr>
          <p:cNvSpPr/>
          <p:nvPr/>
        </p:nvSpPr>
        <p:spPr>
          <a:xfrm>
            <a:off x="7231814" y="2651905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S’envia</a:t>
            </a:r>
            <a:endParaRPr lang="es-ES" sz="1200" dirty="0"/>
          </a:p>
        </p:txBody>
      </p:sp>
      <p:cxnSp>
        <p:nvCxnSpPr>
          <p:cNvPr id="57" name="Conector: angular 56">
            <a:extLst>
              <a:ext uri="{FF2B5EF4-FFF2-40B4-BE49-F238E27FC236}">
                <a16:creationId xmlns:a16="http://schemas.microsoft.com/office/drawing/2014/main" id="{EA1E635D-4509-F556-3B4C-4BF85F6E7DB2}"/>
              </a:ext>
            </a:extLst>
          </p:cNvPr>
          <p:cNvCxnSpPr>
            <a:stCxn id="5" idx="3"/>
            <a:endCxn id="54" idx="1"/>
          </p:cNvCxnSpPr>
          <p:nvPr/>
        </p:nvCxnSpPr>
        <p:spPr>
          <a:xfrm flipV="1">
            <a:off x="6280030" y="2954548"/>
            <a:ext cx="951784" cy="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: angular 59">
            <a:extLst>
              <a:ext uri="{FF2B5EF4-FFF2-40B4-BE49-F238E27FC236}">
                <a16:creationId xmlns:a16="http://schemas.microsoft.com/office/drawing/2014/main" id="{F096B372-E4E3-A6A2-F7E0-55F74EB59885}"/>
              </a:ext>
            </a:extLst>
          </p:cNvPr>
          <p:cNvCxnSpPr>
            <a:stCxn id="54" idx="3"/>
            <a:endCxn id="6" idx="2"/>
          </p:cNvCxnSpPr>
          <p:nvPr/>
        </p:nvCxnSpPr>
        <p:spPr>
          <a:xfrm flipV="1">
            <a:off x="8551657" y="1440966"/>
            <a:ext cx="572222" cy="1513582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uadroTexto 60">
            <a:extLst>
              <a:ext uri="{FF2B5EF4-FFF2-40B4-BE49-F238E27FC236}">
                <a16:creationId xmlns:a16="http://schemas.microsoft.com/office/drawing/2014/main" id="{91155BBA-C1B1-8E9B-142D-E82C4EFF3963}"/>
              </a:ext>
            </a:extLst>
          </p:cNvPr>
          <p:cNvSpPr txBox="1"/>
          <p:nvPr/>
        </p:nvSpPr>
        <p:spPr>
          <a:xfrm>
            <a:off x="7829913" y="86730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1A59ECD3-DB8A-8743-B65F-6FF1562E0AEE}"/>
              </a:ext>
            </a:extLst>
          </p:cNvPr>
          <p:cNvSpPr txBox="1"/>
          <p:nvPr/>
        </p:nvSpPr>
        <p:spPr>
          <a:xfrm>
            <a:off x="6069403" y="86730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71815BF1-1F3B-B42B-3151-1FB56C740423}"/>
              </a:ext>
            </a:extLst>
          </p:cNvPr>
          <p:cNvSpPr txBox="1"/>
          <p:nvPr/>
        </p:nvSpPr>
        <p:spPr>
          <a:xfrm>
            <a:off x="6953611" y="57138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B04A4645-09B7-0655-98B0-FEDDA6DCA404}"/>
              </a:ext>
            </a:extLst>
          </p:cNvPr>
          <p:cNvSpPr txBox="1"/>
          <p:nvPr/>
        </p:nvSpPr>
        <p:spPr>
          <a:xfrm>
            <a:off x="7607069" y="234017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66ADCE2B-CBE6-6CE9-1714-AD2D859C2C91}"/>
              </a:ext>
            </a:extLst>
          </p:cNvPr>
          <p:cNvSpPr txBox="1"/>
          <p:nvPr/>
        </p:nvSpPr>
        <p:spPr>
          <a:xfrm>
            <a:off x="9096558" y="173865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C446C87C-95CE-2643-7BFF-53C5A370D12F}"/>
              </a:ext>
            </a:extLst>
          </p:cNvPr>
          <p:cNvSpPr txBox="1"/>
          <p:nvPr/>
        </p:nvSpPr>
        <p:spPr>
          <a:xfrm>
            <a:off x="6494261" y="262676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0B95AD6B-1576-893D-A75B-B2655A423177}"/>
              </a:ext>
            </a:extLst>
          </p:cNvPr>
          <p:cNvSpPr txBox="1"/>
          <p:nvPr/>
        </p:nvSpPr>
        <p:spPr>
          <a:xfrm>
            <a:off x="5550377" y="136333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(0,n)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C39BEADC-A81A-CA2D-B4FF-522964DD93E0}"/>
              </a:ext>
            </a:extLst>
          </p:cNvPr>
          <p:cNvSpPr txBox="1"/>
          <p:nvPr/>
        </p:nvSpPr>
        <p:spPr>
          <a:xfrm>
            <a:off x="5556846" y="231722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47F50C7E-E696-BAAD-739B-4D8AA750A11D}"/>
              </a:ext>
            </a:extLst>
          </p:cNvPr>
          <p:cNvSpPr txBox="1"/>
          <p:nvPr/>
        </p:nvSpPr>
        <p:spPr>
          <a:xfrm>
            <a:off x="6240491" y="182398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F543E768-1D50-51E7-091A-95D1CA4AE5B4}"/>
              </a:ext>
            </a:extLst>
          </p:cNvPr>
          <p:cNvSpPr txBox="1"/>
          <p:nvPr/>
        </p:nvSpPr>
        <p:spPr>
          <a:xfrm>
            <a:off x="5550377" y="314598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F5C6C7EE-EBF4-5F02-3EE5-C047B5FC01AB}"/>
              </a:ext>
            </a:extLst>
          </p:cNvPr>
          <p:cNvSpPr txBox="1"/>
          <p:nvPr/>
        </p:nvSpPr>
        <p:spPr>
          <a:xfrm>
            <a:off x="5550377" y="403351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3433218B-A8DB-11B9-30F1-4F9552C37053}"/>
              </a:ext>
            </a:extLst>
          </p:cNvPr>
          <p:cNvSpPr txBox="1"/>
          <p:nvPr/>
        </p:nvSpPr>
        <p:spPr>
          <a:xfrm>
            <a:off x="6273563" y="3587720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A52D9740-61CD-A978-6751-96DF2E857D62}"/>
              </a:ext>
            </a:extLst>
          </p:cNvPr>
          <p:cNvSpPr txBox="1"/>
          <p:nvPr/>
        </p:nvSpPr>
        <p:spPr>
          <a:xfrm>
            <a:off x="2422586" y="4504577"/>
            <a:ext cx="783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7698E118-6DC7-263D-4022-E82680F7F05F}"/>
              </a:ext>
            </a:extLst>
          </p:cNvPr>
          <p:cNvSpPr txBox="1"/>
          <p:nvPr/>
        </p:nvSpPr>
        <p:spPr>
          <a:xfrm>
            <a:off x="4268636" y="449505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(0,n)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5DF108DD-2D76-D286-03E2-E3E77ED6C586}"/>
              </a:ext>
            </a:extLst>
          </p:cNvPr>
          <p:cNvSpPr txBox="1"/>
          <p:nvPr/>
        </p:nvSpPr>
        <p:spPr>
          <a:xfrm>
            <a:off x="1823408" y="3157887"/>
            <a:ext cx="783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84011716-8653-9E0E-AECD-517F8B8AB5C4}"/>
              </a:ext>
            </a:extLst>
          </p:cNvPr>
          <p:cNvSpPr txBox="1"/>
          <p:nvPr/>
        </p:nvSpPr>
        <p:spPr>
          <a:xfrm>
            <a:off x="1823407" y="4148201"/>
            <a:ext cx="783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DD60E7C9-F433-DF70-614A-DFEE8257CF6A}"/>
              </a:ext>
            </a:extLst>
          </p:cNvPr>
          <p:cNvSpPr txBox="1"/>
          <p:nvPr/>
        </p:nvSpPr>
        <p:spPr>
          <a:xfrm>
            <a:off x="2683186" y="3650003"/>
            <a:ext cx="783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19294B18-87A5-11C4-41BB-0F23FFE42932}"/>
              </a:ext>
            </a:extLst>
          </p:cNvPr>
          <p:cNvCxnSpPr>
            <a:cxnSpLocks/>
          </p:cNvCxnSpPr>
          <p:nvPr/>
        </p:nvCxnSpPr>
        <p:spPr>
          <a:xfrm flipV="1">
            <a:off x="5559760" y="71869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CuadroTexto 86">
            <a:extLst>
              <a:ext uri="{FF2B5EF4-FFF2-40B4-BE49-F238E27FC236}">
                <a16:creationId xmlns:a16="http://schemas.microsoft.com/office/drawing/2014/main" id="{5571AA91-9E69-DB8F-3053-3F0978353885}"/>
              </a:ext>
            </a:extLst>
          </p:cNvPr>
          <p:cNvSpPr txBox="1"/>
          <p:nvPr/>
        </p:nvSpPr>
        <p:spPr>
          <a:xfrm>
            <a:off x="3306929" y="419493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476DC552-27AA-4D48-FBCE-28CFB600250C}"/>
              </a:ext>
            </a:extLst>
          </p:cNvPr>
          <p:cNvCxnSpPr>
            <a:cxnSpLocks/>
          </p:cNvCxnSpPr>
          <p:nvPr/>
        </p:nvCxnSpPr>
        <p:spPr>
          <a:xfrm flipV="1">
            <a:off x="5138464" y="71869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de flecha 90">
            <a:extLst>
              <a:ext uri="{FF2B5EF4-FFF2-40B4-BE49-F238E27FC236}">
                <a16:creationId xmlns:a16="http://schemas.microsoft.com/office/drawing/2014/main" id="{022DC1DA-0795-40C3-BA2C-1B8D1C92D605}"/>
              </a:ext>
            </a:extLst>
          </p:cNvPr>
          <p:cNvCxnSpPr>
            <a:cxnSpLocks/>
          </p:cNvCxnSpPr>
          <p:nvPr/>
        </p:nvCxnSpPr>
        <p:spPr>
          <a:xfrm flipV="1">
            <a:off x="5948630" y="71869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de flecha 91">
            <a:extLst>
              <a:ext uri="{FF2B5EF4-FFF2-40B4-BE49-F238E27FC236}">
                <a16:creationId xmlns:a16="http://schemas.microsoft.com/office/drawing/2014/main" id="{27859435-99A4-F766-DA97-609069672E7E}"/>
              </a:ext>
            </a:extLst>
          </p:cNvPr>
          <p:cNvCxnSpPr>
            <a:cxnSpLocks/>
          </p:cNvCxnSpPr>
          <p:nvPr/>
        </p:nvCxnSpPr>
        <p:spPr>
          <a:xfrm flipH="1">
            <a:off x="4804910" y="1162763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cto de flecha 93">
            <a:extLst>
              <a:ext uri="{FF2B5EF4-FFF2-40B4-BE49-F238E27FC236}">
                <a16:creationId xmlns:a16="http://schemas.microsoft.com/office/drawing/2014/main" id="{EA44FA40-AE3C-FD03-CA60-3FEE0BA97178}"/>
              </a:ext>
            </a:extLst>
          </p:cNvPr>
          <p:cNvCxnSpPr>
            <a:cxnSpLocks/>
          </p:cNvCxnSpPr>
          <p:nvPr/>
        </p:nvCxnSpPr>
        <p:spPr>
          <a:xfrm flipV="1">
            <a:off x="8386431" y="629909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de flecha 94">
            <a:extLst>
              <a:ext uri="{FF2B5EF4-FFF2-40B4-BE49-F238E27FC236}">
                <a16:creationId xmlns:a16="http://schemas.microsoft.com/office/drawing/2014/main" id="{99553E78-1FB7-8A20-1DF3-124D70B6D752}"/>
              </a:ext>
            </a:extLst>
          </p:cNvPr>
          <p:cNvCxnSpPr>
            <a:cxnSpLocks/>
          </p:cNvCxnSpPr>
          <p:nvPr/>
        </p:nvCxnSpPr>
        <p:spPr>
          <a:xfrm flipV="1">
            <a:off x="8982775" y="63734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cto de flecha 95">
            <a:extLst>
              <a:ext uri="{FF2B5EF4-FFF2-40B4-BE49-F238E27FC236}">
                <a16:creationId xmlns:a16="http://schemas.microsoft.com/office/drawing/2014/main" id="{F729F2B7-DF43-BB6E-8D09-055895C39553}"/>
              </a:ext>
            </a:extLst>
          </p:cNvPr>
          <p:cNvCxnSpPr>
            <a:cxnSpLocks/>
          </p:cNvCxnSpPr>
          <p:nvPr/>
        </p:nvCxnSpPr>
        <p:spPr>
          <a:xfrm flipV="1">
            <a:off x="9502608" y="635540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cto de flecha 96">
            <a:extLst>
              <a:ext uri="{FF2B5EF4-FFF2-40B4-BE49-F238E27FC236}">
                <a16:creationId xmlns:a16="http://schemas.microsoft.com/office/drawing/2014/main" id="{7B40834B-D255-D63D-F975-F8E1D566FDC2}"/>
              </a:ext>
            </a:extLst>
          </p:cNvPr>
          <p:cNvCxnSpPr>
            <a:cxnSpLocks/>
          </p:cNvCxnSpPr>
          <p:nvPr/>
        </p:nvCxnSpPr>
        <p:spPr>
          <a:xfrm flipH="1">
            <a:off x="908654" y="4781915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cto de flecha 97">
            <a:extLst>
              <a:ext uri="{FF2B5EF4-FFF2-40B4-BE49-F238E27FC236}">
                <a16:creationId xmlns:a16="http://schemas.microsoft.com/office/drawing/2014/main" id="{D9F694C4-9446-7B9E-3B37-BBA98D04C5C0}"/>
              </a:ext>
            </a:extLst>
          </p:cNvPr>
          <p:cNvCxnSpPr>
            <a:cxnSpLocks/>
          </p:cNvCxnSpPr>
          <p:nvPr/>
        </p:nvCxnSpPr>
        <p:spPr>
          <a:xfrm rot="10800000" flipV="1">
            <a:off x="1321560" y="494529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CuadroTexto 98">
            <a:extLst>
              <a:ext uri="{FF2B5EF4-FFF2-40B4-BE49-F238E27FC236}">
                <a16:creationId xmlns:a16="http://schemas.microsoft.com/office/drawing/2014/main" id="{13628AC2-E2EE-47FC-7EBF-558EBB3B396B}"/>
              </a:ext>
            </a:extLst>
          </p:cNvPr>
          <p:cNvSpPr txBox="1"/>
          <p:nvPr/>
        </p:nvSpPr>
        <p:spPr>
          <a:xfrm rot="19193406">
            <a:off x="4902547" y="289553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saldo</a:t>
            </a:r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A6F5B8FE-3933-8B07-B149-34B6D84FCC1E}"/>
              </a:ext>
            </a:extLst>
          </p:cNvPr>
          <p:cNvSpPr txBox="1"/>
          <p:nvPr/>
        </p:nvSpPr>
        <p:spPr>
          <a:xfrm rot="19193406">
            <a:off x="5351223" y="305344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crèdit</a:t>
            </a:r>
            <a:endParaRPr lang="es-ES" sz="1100" dirty="0"/>
          </a:p>
        </p:txBody>
      </p:sp>
      <p:sp>
        <p:nvSpPr>
          <p:cNvPr id="101" name="CuadroTexto 100">
            <a:extLst>
              <a:ext uri="{FF2B5EF4-FFF2-40B4-BE49-F238E27FC236}">
                <a16:creationId xmlns:a16="http://schemas.microsoft.com/office/drawing/2014/main" id="{D341D413-1B72-832F-69FA-DF7BC56C89C5}"/>
              </a:ext>
            </a:extLst>
          </p:cNvPr>
          <p:cNvSpPr txBox="1"/>
          <p:nvPr/>
        </p:nvSpPr>
        <p:spPr>
          <a:xfrm rot="19193406">
            <a:off x="5686842" y="142305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descompte</a:t>
            </a:r>
            <a:endParaRPr lang="es-ES" sz="1100" dirty="0"/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EDB05C8D-C9BF-204B-CC26-EF0A6B50F5F9}"/>
              </a:ext>
            </a:extLst>
          </p:cNvPr>
          <p:cNvSpPr txBox="1"/>
          <p:nvPr/>
        </p:nvSpPr>
        <p:spPr>
          <a:xfrm>
            <a:off x="4465602" y="1030517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ID</a:t>
            </a:r>
          </a:p>
        </p:txBody>
      </p: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BA49A927-CC2C-91D3-6E78-03A07FAFC0DA}"/>
              </a:ext>
            </a:extLst>
          </p:cNvPr>
          <p:cNvSpPr txBox="1"/>
          <p:nvPr/>
        </p:nvSpPr>
        <p:spPr>
          <a:xfrm rot="19193406">
            <a:off x="8213788" y="220285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carrer</a:t>
            </a:r>
            <a:endParaRPr lang="es-ES" sz="1100" dirty="0"/>
          </a:p>
        </p:txBody>
      </p:sp>
      <p:sp>
        <p:nvSpPr>
          <p:cNvPr id="104" name="CuadroTexto 103">
            <a:extLst>
              <a:ext uri="{FF2B5EF4-FFF2-40B4-BE49-F238E27FC236}">
                <a16:creationId xmlns:a16="http://schemas.microsoft.com/office/drawing/2014/main" id="{7529D9B8-3E2B-EE2E-F035-9A7F4532A0F0}"/>
              </a:ext>
            </a:extLst>
          </p:cNvPr>
          <p:cNvSpPr txBox="1"/>
          <p:nvPr/>
        </p:nvSpPr>
        <p:spPr>
          <a:xfrm rot="19193406">
            <a:off x="8662464" y="236076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número</a:t>
            </a:r>
          </a:p>
        </p:txBody>
      </p:sp>
      <p:sp>
        <p:nvSpPr>
          <p:cNvPr id="105" name="CuadroTexto 104">
            <a:extLst>
              <a:ext uri="{FF2B5EF4-FFF2-40B4-BE49-F238E27FC236}">
                <a16:creationId xmlns:a16="http://schemas.microsoft.com/office/drawing/2014/main" id="{90F6E408-3EE7-9D15-E0BF-94150A096AB0}"/>
              </a:ext>
            </a:extLst>
          </p:cNvPr>
          <p:cNvSpPr txBox="1"/>
          <p:nvPr/>
        </p:nvSpPr>
        <p:spPr>
          <a:xfrm rot="19193406">
            <a:off x="9219754" y="73037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CP</a:t>
            </a:r>
          </a:p>
        </p:txBody>
      </p:sp>
      <p:cxnSp>
        <p:nvCxnSpPr>
          <p:cNvPr id="106" name="Conector recto de flecha 105">
            <a:extLst>
              <a:ext uri="{FF2B5EF4-FFF2-40B4-BE49-F238E27FC236}">
                <a16:creationId xmlns:a16="http://schemas.microsoft.com/office/drawing/2014/main" id="{BB845687-5232-CA01-AD86-68A99EF0A904}"/>
              </a:ext>
            </a:extLst>
          </p:cNvPr>
          <p:cNvCxnSpPr>
            <a:cxnSpLocks/>
          </p:cNvCxnSpPr>
          <p:nvPr/>
        </p:nvCxnSpPr>
        <p:spPr>
          <a:xfrm flipV="1">
            <a:off x="9867443" y="63092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D034C8B6-6B78-C9EC-E638-49FB9686EFEE}"/>
              </a:ext>
            </a:extLst>
          </p:cNvPr>
          <p:cNvSpPr txBox="1"/>
          <p:nvPr/>
        </p:nvSpPr>
        <p:spPr>
          <a:xfrm rot="19193406">
            <a:off x="9612294" y="86895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ciutat</a:t>
            </a:r>
            <a:endParaRPr lang="es-ES" sz="1100" dirty="0"/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63508854-9DF3-38AA-D250-F599829EEEF1}"/>
              </a:ext>
            </a:extLst>
          </p:cNvPr>
          <p:cNvSpPr txBox="1"/>
          <p:nvPr/>
        </p:nvSpPr>
        <p:spPr>
          <a:xfrm>
            <a:off x="549932" y="4638266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ID</a:t>
            </a:r>
          </a:p>
        </p:txBody>
      </p:sp>
      <p:sp>
        <p:nvSpPr>
          <p:cNvPr id="109" name="CuadroTexto 108">
            <a:extLst>
              <a:ext uri="{FF2B5EF4-FFF2-40B4-BE49-F238E27FC236}">
                <a16:creationId xmlns:a16="http://schemas.microsoft.com/office/drawing/2014/main" id="{33CF4DED-5A60-828E-24A7-E932189B3D5F}"/>
              </a:ext>
            </a:extLst>
          </p:cNvPr>
          <p:cNvSpPr txBox="1"/>
          <p:nvPr/>
        </p:nvSpPr>
        <p:spPr>
          <a:xfrm rot="19193406">
            <a:off x="621269" y="5270662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descripció</a:t>
            </a:r>
            <a:endParaRPr lang="es-ES" sz="1100" dirty="0"/>
          </a:p>
        </p:txBody>
      </p:sp>
      <p:cxnSp>
        <p:nvCxnSpPr>
          <p:cNvPr id="110" name="Conector recto de flecha 109">
            <a:extLst>
              <a:ext uri="{FF2B5EF4-FFF2-40B4-BE49-F238E27FC236}">
                <a16:creationId xmlns:a16="http://schemas.microsoft.com/office/drawing/2014/main" id="{BC6AA085-419F-B551-D2BC-5248D0DF08A8}"/>
              </a:ext>
            </a:extLst>
          </p:cNvPr>
          <p:cNvCxnSpPr>
            <a:cxnSpLocks/>
          </p:cNvCxnSpPr>
          <p:nvPr/>
        </p:nvCxnSpPr>
        <p:spPr>
          <a:xfrm flipV="1">
            <a:off x="2484059" y="3558397"/>
            <a:ext cx="199127" cy="183211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CuadroTexto 111">
            <a:extLst>
              <a:ext uri="{FF2B5EF4-FFF2-40B4-BE49-F238E27FC236}">
                <a16:creationId xmlns:a16="http://schemas.microsoft.com/office/drawing/2014/main" id="{86EE99EA-D192-6D20-3487-06D77C7B480A}"/>
              </a:ext>
            </a:extLst>
          </p:cNvPr>
          <p:cNvSpPr txBox="1"/>
          <p:nvPr/>
        </p:nvSpPr>
        <p:spPr>
          <a:xfrm rot="19193406">
            <a:off x="2556681" y="3048928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existències</a:t>
            </a:r>
            <a:endParaRPr lang="es-ES" sz="1100" dirty="0"/>
          </a:p>
        </p:txBody>
      </p:sp>
      <p:cxnSp>
        <p:nvCxnSpPr>
          <p:cNvPr id="115" name="Conector recto de flecha 114">
            <a:extLst>
              <a:ext uri="{FF2B5EF4-FFF2-40B4-BE49-F238E27FC236}">
                <a16:creationId xmlns:a16="http://schemas.microsoft.com/office/drawing/2014/main" id="{8D2DABD5-0F0F-AF34-7240-F7A17A9226DC}"/>
              </a:ext>
            </a:extLst>
          </p:cNvPr>
          <p:cNvCxnSpPr>
            <a:cxnSpLocks/>
          </p:cNvCxnSpPr>
          <p:nvPr/>
        </p:nvCxnSpPr>
        <p:spPr>
          <a:xfrm flipH="1">
            <a:off x="965446" y="2831090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2739FABB-CA9C-9A32-B30F-FFCD0B2F2110}"/>
              </a:ext>
            </a:extLst>
          </p:cNvPr>
          <p:cNvSpPr txBox="1"/>
          <p:nvPr/>
        </p:nvSpPr>
        <p:spPr>
          <a:xfrm>
            <a:off x="646730" y="2700285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ID</a:t>
            </a:r>
          </a:p>
        </p:txBody>
      </p:sp>
      <p:cxnSp>
        <p:nvCxnSpPr>
          <p:cNvPr id="117" name="Conector recto de flecha 116">
            <a:extLst>
              <a:ext uri="{FF2B5EF4-FFF2-40B4-BE49-F238E27FC236}">
                <a16:creationId xmlns:a16="http://schemas.microsoft.com/office/drawing/2014/main" id="{420D93C3-B171-5F72-3DCF-422871F005B3}"/>
              </a:ext>
            </a:extLst>
          </p:cNvPr>
          <p:cNvCxnSpPr>
            <a:cxnSpLocks/>
          </p:cNvCxnSpPr>
          <p:nvPr/>
        </p:nvCxnSpPr>
        <p:spPr>
          <a:xfrm flipV="1">
            <a:off x="1333500" y="242116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ector recto de flecha 117">
            <a:extLst>
              <a:ext uri="{FF2B5EF4-FFF2-40B4-BE49-F238E27FC236}">
                <a16:creationId xmlns:a16="http://schemas.microsoft.com/office/drawing/2014/main" id="{11C4E66D-1F86-BC32-3D81-60BA7060E6F6}"/>
              </a:ext>
            </a:extLst>
          </p:cNvPr>
          <p:cNvCxnSpPr>
            <a:cxnSpLocks/>
          </p:cNvCxnSpPr>
          <p:nvPr/>
        </p:nvCxnSpPr>
        <p:spPr>
          <a:xfrm flipV="1">
            <a:off x="1823407" y="241012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CuadroTexto 118">
            <a:extLst>
              <a:ext uri="{FF2B5EF4-FFF2-40B4-BE49-F238E27FC236}">
                <a16:creationId xmlns:a16="http://schemas.microsoft.com/office/drawing/2014/main" id="{1D5F7235-355D-9840-9757-D43B216C704A}"/>
              </a:ext>
            </a:extLst>
          </p:cNvPr>
          <p:cNvSpPr txBox="1"/>
          <p:nvPr/>
        </p:nvSpPr>
        <p:spPr>
          <a:xfrm rot="19193406">
            <a:off x="1045381" y="1956476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telèfon</a:t>
            </a:r>
            <a:endParaRPr lang="es-ES" sz="1100" dirty="0"/>
          </a:p>
        </p:txBody>
      </p:sp>
      <p:sp>
        <p:nvSpPr>
          <p:cNvPr id="120" name="CuadroTexto 119">
            <a:extLst>
              <a:ext uri="{FF2B5EF4-FFF2-40B4-BE49-F238E27FC236}">
                <a16:creationId xmlns:a16="http://schemas.microsoft.com/office/drawing/2014/main" id="{1A8517C0-C6A7-59B2-0E5B-08229A8F9484}"/>
              </a:ext>
            </a:extLst>
          </p:cNvPr>
          <p:cNvSpPr txBox="1"/>
          <p:nvPr/>
        </p:nvSpPr>
        <p:spPr>
          <a:xfrm rot="19193406">
            <a:off x="1494057" y="1972267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</a:t>
            </a:r>
            <a:endParaRPr lang="es-ES" sz="1100" dirty="0"/>
          </a:p>
        </p:txBody>
      </p:sp>
      <p:cxnSp>
        <p:nvCxnSpPr>
          <p:cNvPr id="121" name="Conector recto de flecha 120">
            <a:extLst>
              <a:ext uri="{FF2B5EF4-FFF2-40B4-BE49-F238E27FC236}">
                <a16:creationId xmlns:a16="http://schemas.microsoft.com/office/drawing/2014/main" id="{DA48D2A5-2F60-D08D-5B27-4AC61E4DEAFB}"/>
              </a:ext>
            </a:extLst>
          </p:cNvPr>
          <p:cNvCxnSpPr>
            <a:cxnSpLocks/>
          </p:cNvCxnSpPr>
          <p:nvPr/>
        </p:nvCxnSpPr>
        <p:spPr>
          <a:xfrm flipV="1">
            <a:off x="2269754" y="242116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CuadroTexto 121">
            <a:extLst>
              <a:ext uri="{FF2B5EF4-FFF2-40B4-BE49-F238E27FC236}">
                <a16:creationId xmlns:a16="http://schemas.microsoft.com/office/drawing/2014/main" id="{388CD31C-98FD-49B1-24E8-552ECB07C09A}"/>
              </a:ext>
            </a:extLst>
          </p:cNvPr>
          <p:cNvSpPr txBox="1"/>
          <p:nvPr/>
        </p:nvSpPr>
        <p:spPr>
          <a:xfrm rot="19193406">
            <a:off x="1988200" y="1976887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tipus</a:t>
            </a:r>
            <a:endParaRPr lang="es-ES" sz="1100" dirty="0"/>
          </a:p>
        </p:txBody>
      </p:sp>
      <p:cxnSp>
        <p:nvCxnSpPr>
          <p:cNvPr id="123" name="Conector recto de flecha 122">
            <a:extLst>
              <a:ext uri="{FF2B5EF4-FFF2-40B4-BE49-F238E27FC236}">
                <a16:creationId xmlns:a16="http://schemas.microsoft.com/office/drawing/2014/main" id="{F9927944-E95C-07D1-C0B0-E537D2806453}"/>
              </a:ext>
            </a:extLst>
          </p:cNvPr>
          <p:cNvCxnSpPr>
            <a:cxnSpLocks/>
          </p:cNvCxnSpPr>
          <p:nvPr/>
        </p:nvCxnSpPr>
        <p:spPr>
          <a:xfrm rot="10800000" flipH="1">
            <a:off x="9867443" y="1247245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CuadroTexto 123">
            <a:extLst>
              <a:ext uri="{FF2B5EF4-FFF2-40B4-BE49-F238E27FC236}">
                <a16:creationId xmlns:a16="http://schemas.microsoft.com/office/drawing/2014/main" id="{24FB9CA2-6C88-346E-1701-A449C14F2748}"/>
              </a:ext>
            </a:extLst>
          </p:cNvPr>
          <p:cNvSpPr txBox="1"/>
          <p:nvPr/>
        </p:nvSpPr>
        <p:spPr>
          <a:xfrm>
            <a:off x="10200996" y="1095968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ID_direcció</a:t>
            </a:r>
            <a:endParaRPr lang="es-ES" sz="1100" dirty="0"/>
          </a:p>
        </p:txBody>
      </p:sp>
      <p:cxnSp>
        <p:nvCxnSpPr>
          <p:cNvPr id="130" name="Conector recto de flecha 129">
            <a:extLst>
              <a:ext uri="{FF2B5EF4-FFF2-40B4-BE49-F238E27FC236}">
                <a16:creationId xmlns:a16="http://schemas.microsoft.com/office/drawing/2014/main" id="{9171CC53-3CED-CF68-792E-D7C7CFB826A1}"/>
              </a:ext>
            </a:extLst>
          </p:cNvPr>
          <p:cNvCxnSpPr>
            <a:cxnSpLocks/>
          </p:cNvCxnSpPr>
          <p:nvPr/>
        </p:nvCxnSpPr>
        <p:spPr>
          <a:xfrm rot="10800000" flipV="1">
            <a:off x="5249170" y="5188095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CuadroTexto 131">
            <a:extLst>
              <a:ext uri="{FF2B5EF4-FFF2-40B4-BE49-F238E27FC236}">
                <a16:creationId xmlns:a16="http://schemas.microsoft.com/office/drawing/2014/main" id="{F823EE32-110C-A9A6-78CF-D2F6D185137D}"/>
              </a:ext>
            </a:extLst>
          </p:cNvPr>
          <p:cNvSpPr txBox="1"/>
          <p:nvPr/>
        </p:nvSpPr>
        <p:spPr>
          <a:xfrm rot="19193406">
            <a:off x="4797039" y="5476832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quantitat</a:t>
            </a:r>
            <a:endParaRPr lang="es-ES" sz="1100" dirty="0"/>
          </a:p>
        </p:txBody>
      </p:sp>
      <p:cxnSp>
        <p:nvCxnSpPr>
          <p:cNvPr id="134" name="Conector recto de flecha 133">
            <a:extLst>
              <a:ext uri="{FF2B5EF4-FFF2-40B4-BE49-F238E27FC236}">
                <a16:creationId xmlns:a16="http://schemas.microsoft.com/office/drawing/2014/main" id="{65D23157-7285-E071-BD1E-180A058F195F}"/>
              </a:ext>
            </a:extLst>
          </p:cNvPr>
          <p:cNvCxnSpPr>
            <a:cxnSpLocks/>
          </p:cNvCxnSpPr>
          <p:nvPr/>
        </p:nvCxnSpPr>
        <p:spPr>
          <a:xfrm flipV="1">
            <a:off x="5359612" y="2625009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CuadroTexto 134">
            <a:extLst>
              <a:ext uri="{FF2B5EF4-FFF2-40B4-BE49-F238E27FC236}">
                <a16:creationId xmlns:a16="http://schemas.microsoft.com/office/drawing/2014/main" id="{F3F2BEE7-4BE5-5BBE-D69A-BBBAA99957EF}"/>
              </a:ext>
            </a:extLst>
          </p:cNvPr>
          <p:cNvSpPr txBox="1"/>
          <p:nvPr/>
        </p:nvSpPr>
        <p:spPr>
          <a:xfrm rot="19193406">
            <a:off x="5041617" y="2250428"/>
            <a:ext cx="8933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 err="1"/>
              <a:t>Data_hora</a:t>
            </a:r>
            <a:endParaRPr lang="es-ES" sz="800" dirty="0"/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D2D10CCA-99C8-1489-C2A5-C22E824CAC63}"/>
              </a:ext>
            </a:extLst>
          </p:cNvPr>
          <p:cNvCxnSpPr>
            <a:cxnSpLocks/>
          </p:cNvCxnSpPr>
          <p:nvPr/>
        </p:nvCxnSpPr>
        <p:spPr>
          <a:xfrm flipH="1">
            <a:off x="4783887" y="2986307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A9F2D30F-5276-DBA4-3FA0-EE9E8F88B461}"/>
              </a:ext>
            </a:extLst>
          </p:cNvPr>
          <p:cNvSpPr txBox="1"/>
          <p:nvPr/>
        </p:nvSpPr>
        <p:spPr>
          <a:xfrm>
            <a:off x="3835787" y="2838295"/>
            <a:ext cx="11401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ID_comanda</a:t>
            </a:r>
            <a:endParaRPr lang="es-ES" sz="1100" dirty="0"/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D11D621A-8A21-26B3-142B-DDD891EC3A6F}"/>
              </a:ext>
            </a:extLst>
          </p:cNvPr>
          <p:cNvCxnSpPr>
            <a:cxnSpLocks/>
          </p:cNvCxnSpPr>
          <p:nvPr/>
        </p:nvCxnSpPr>
        <p:spPr>
          <a:xfrm rot="10800000" flipH="1">
            <a:off x="6449332" y="4766960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B0024E7-0489-C768-272D-B529FB5C46EB}"/>
              </a:ext>
            </a:extLst>
          </p:cNvPr>
          <p:cNvSpPr txBox="1"/>
          <p:nvPr/>
        </p:nvSpPr>
        <p:spPr>
          <a:xfrm>
            <a:off x="6782885" y="4615683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ID_cos_comanda</a:t>
            </a:r>
            <a:endParaRPr lang="es-ES" sz="1100" dirty="0"/>
          </a:p>
        </p:txBody>
      </p:sp>
    </p:spTree>
    <p:extLst>
      <p:ext uri="{BB962C8B-B14F-4D97-AF65-F5344CB8AC3E}">
        <p14:creationId xmlns:p14="http://schemas.microsoft.com/office/powerpoint/2010/main" val="1035935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617A7AC-BADD-A42D-FB81-FD6FAC35B1D2}"/>
              </a:ext>
            </a:extLst>
          </p:cNvPr>
          <p:cNvSpPr txBox="1"/>
          <p:nvPr/>
        </p:nvSpPr>
        <p:spPr>
          <a:xfrm>
            <a:off x="612474" y="923026"/>
            <a:ext cx="531535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CLIENT</a:t>
            </a:r>
            <a:r>
              <a:rPr lang="es-ES" dirty="0"/>
              <a:t> (</a:t>
            </a:r>
            <a:r>
              <a:rPr lang="es-ES" u="sng" dirty="0"/>
              <a:t>ID_CLIENT</a:t>
            </a:r>
            <a:r>
              <a:rPr lang="es-ES" dirty="0"/>
              <a:t>, saldo, </a:t>
            </a:r>
            <a:r>
              <a:rPr lang="es-ES" dirty="0" err="1"/>
              <a:t>crèdit</a:t>
            </a:r>
            <a:r>
              <a:rPr lang="es-ES" dirty="0"/>
              <a:t>, </a:t>
            </a:r>
            <a:r>
              <a:rPr lang="es-ES" dirty="0" err="1"/>
              <a:t>descompte</a:t>
            </a:r>
            <a:r>
              <a:rPr lang="es-ES" dirty="0"/>
              <a:t>)</a:t>
            </a:r>
            <a:br>
              <a:rPr lang="es-ES" dirty="0"/>
            </a:br>
            <a:r>
              <a:rPr lang="es-ES" dirty="0">
                <a:solidFill>
                  <a:srgbClr val="FF0000"/>
                </a:solidFill>
              </a:rPr>
              <a:t>DIRECCIÓ</a:t>
            </a:r>
            <a:r>
              <a:rPr lang="es-ES" dirty="0"/>
              <a:t> (</a:t>
            </a:r>
            <a:r>
              <a:rPr lang="es-ES" u="sng" dirty="0" err="1"/>
              <a:t>ID_dirección</a:t>
            </a:r>
            <a:r>
              <a:rPr lang="es-ES" dirty="0"/>
              <a:t>, calle, número, </a:t>
            </a:r>
            <a:r>
              <a:rPr lang="es-ES" dirty="0" err="1"/>
              <a:t>ciutat,CP</a:t>
            </a:r>
            <a:r>
              <a:rPr lang="es-ES" dirty="0"/>
              <a:t>)</a:t>
            </a:r>
            <a:br>
              <a:rPr lang="es-ES" dirty="0"/>
            </a:br>
            <a:r>
              <a:rPr lang="es-ES" dirty="0">
                <a:solidFill>
                  <a:srgbClr val="FF0000"/>
                </a:solidFill>
              </a:rPr>
              <a:t>CLIENT_DIRECCIÓ </a:t>
            </a:r>
            <a:r>
              <a:rPr lang="es-ES" dirty="0"/>
              <a:t>(</a:t>
            </a:r>
            <a:r>
              <a:rPr lang="es-ES" u="sng" dirty="0"/>
              <a:t>ID_CLIENT + </a:t>
            </a:r>
            <a:r>
              <a:rPr lang="es-ES" u="sng" dirty="0" err="1"/>
              <a:t>ID_dirección</a:t>
            </a:r>
            <a:r>
              <a:rPr lang="es-ES" u="sng" dirty="0"/>
              <a:t>)</a:t>
            </a:r>
          </a:p>
          <a:p>
            <a:r>
              <a:rPr lang="es-ES" dirty="0"/>
              <a:t>donde</a:t>
            </a:r>
          </a:p>
          <a:p>
            <a:r>
              <a:rPr lang="es-ES" u="sng" dirty="0"/>
              <a:t>{ID_CLIENT} referencia CLIENT</a:t>
            </a:r>
          </a:p>
          <a:p>
            <a:r>
              <a:rPr lang="es-ES" u="sng" dirty="0"/>
              <a:t>{</a:t>
            </a:r>
            <a:r>
              <a:rPr lang="es-ES" u="sng" dirty="0" err="1"/>
              <a:t>ID_direccio</a:t>
            </a:r>
            <a:r>
              <a:rPr lang="es-ES" u="sng" dirty="0"/>
              <a:t>} referencia DIRECCIÓ</a:t>
            </a:r>
          </a:p>
          <a:p>
            <a:r>
              <a:rPr lang="es-ES" dirty="0">
                <a:solidFill>
                  <a:srgbClr val="FF0000"/>
                </a:solidFill>
              </a:rPr>
              <a:t>COMANDA </a:t>
            </a:r>
            <a:r>
              <a:rPr lang="es-ES" dirty="0"/>
              <a:t>(</a:t>
            </a:r>
            <a:r>
              <a:rPr lang="es-ES" u="sng" dirty="0" err="1"/>
              <a:t>ID_comanda</a:t>
            </a:r>
            <a:r>
              <a:rPr lang="es-ES" dirty="0"/>
              <a:t>, </a:t>
            </a:r>
            <a:r>
              <a:rPr lang="es-ES" dirty="0" err="1"/>
              <a:t>ID_client</a:t>
            </a:r>
            <a:r>
              <a:rPr lang="es-ES" dirty="0"/>
              <a:t>, </a:t>
            </a:r>
            <a:r>
              <a:rPr lang="es-ES" dirty="0" err="1"/>
              <a:t>ID_dirección</a:t>
            </a:r>
            <a:r>
              <a:rPr lang="es-ES" dirty="0"/>
              <a:t>, </a:t>
            </a:r>
            <a:r>
              <a:rPr lang="es-ES" dirty="0" err="1"/>
              <a:t>data_hora</a:t>
            </a:r>
            <a:r>
              <a:rPr lang="es-ES" dirty="0"/>
              <a:t>)</a:t>
            </a:r>
            <a:br>
              <a:rPr lang="es-ES" dirty="0"/>
            </a:br>
            <a:r>
              <a:rPr lang="es-ES" dirty="0"/>
              <a:t>donde</a:t>
            </a:r>
            <a:br>
              <a:rPr lang="es-ES" dirty="0"/>
            </a:br>
            <a:r>
              <a:rPr lang="es-ES" dirty="0"/>
              <a:t>{</a:t>
            </a:r>
            <a:r>
              <a:rPr lang="es-ES" dirty="0" err="1"/>
              <a:t>ID_client</a:t>
            </a:r>
            <a:r>
              <a:rPr lang="es-ES" dirty="0"/>
              <a:t>} referencia CLIENT</a:t>
            </a:r>
            <a:br>
              <a:rPr lang="es-ES" dirty="0"/>
            </a:br>
            <a:r>
              <a:rPr lang="es-ES" dirty="0"/>
              <a:t>{</a:t>
            </a:r>
            <a:r>
              <a:rPr lang="es-ES" dirty="0" err="1"/>
              <a:t>ID_direcció</a:t>
            </a:r>
            <a:r>
              <a:rPr lang="es-ES" dirty="0"/>
              <a:t>} referencia DIRECCIÓ</a:t>
            </a:r>
            <a:br>
              <a:rPr lang="es-ES" dirty="0"/>
            </a:br>
            <a:r>
              <a:rPr lang="es-ES" dirty="0">
                <a:solidFill>
                  <a:srgbClr val="FF0000"/>
                </a:solidFill>
              </a:rPr>
              <a:t>COS_COMANDA </a:t>
            </a:r>
            <a:r>
              <a:rPr lang="es-ES" dirty="0"/>
              <a:t>(</a:t>
            </a:r>
            <a:r>
              <a:rPr lang="es-ES" u="sng" dirty="0" err="1"/>
              <a:t>ID_cos_comanda</a:t>
            </a:r>
            <a:r>
              <a:rPr lang="es-ES" dirty="0"/>
              <a:t>, </a:t>
            </a:r>
            <a:r>
              <a:rPr lang="es-ES" dirty="0" err="1"/>
              <a:t>ID_comanda</a:t>
            </a:r>
            <a:r>
              <a:rPr lang="es-ES" dirty="0"/>
              <a:t>, </a:t>
            </a:r>
            <a:r>
              <a:rPr lang="es-ES" dirty="0" err="1"/>
              <a:t>ID_article</a:t>
            </a:r>
            <a:r>
              <a:rPr lang="es-ES" dirty="0"/>
              <a:t>, </a:t>
            </a:r>
            <a:r>
              <a:rPr lang="es-ES" dirty="0" err="1"/>
              <a:t>quantitat</a:t>
            </a:r>
            <a:r>
              <a:rPr lang="es-ES" dirty="0"/>
              <a:t>)</a:t>
            </a:r>
            <a:br>
              <a:rPr lang="es-ES" dirty="0"/>
            </a:br>
            <a:r>
              <a:rPr lang="es-ES" dirty="0"/>
              <a:t>donde</a:t>
            </a:r>
            <a:br>
              <a:rPr lang="es-ES" dirty="0"/>
            </a:br>
            <a:r>
              <a:rPr lang="es-ES" dirty="0"/>
              <a:t>{</a:t>
            </a:r>
            <a:r>
              <a:rPr lang="es-ES" dirty="0" err="1"/>
              <a:t>ID_article</a:t>
            </a:r>
            <a:r>
              <a:rPr lang="es-ES" dirty="0"/>
              <a:t>} referencia ARTICLE</a:t>
            </a:r>
            <a:br>
              <a:rPr lang="es-ES" dirty="0"/>
            </a:br>
            <a:r>
              <a:rPr lang="es-ES" dirty="0"/>
              <a:t>{ID_ comanda} referencia COMANDA</a:t>
            </a:r>
          </a:p>
          <a:p>
            <a:endParaRPr lang="es-ES" dirty="0"/>
          </a:p>
          <a:p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0CF9178-2770-A833-FDFB-0A2D022FB051}"/>
              </a:ext>
            </a:extLst>
          </p:cNvPr>
          <p:cNvSpPr txBox="1"/>
          <p:nvPr/>
        </p:nvSpPr>
        <p:spPr>
          <a:xfrm>
            <a:off x="6672190" y="930286"/>
            <a:ext cx="53153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ARTICLE</a:t>
            </a:r>
            <a:r>
              <a:rPr lang="es-ES" dirty="0"/>
              <a:t> (</a:t>
            </a:r>
            <a:r>
              <a:rPr lang="es-ES" u="sng" dirty="0" err="1"/>
              <a:t>ID_article</a:t>
            </a:r>
            <a:r>
              <a:rPr lang="es-ES" dirty="0"/>
              <a:t>, </a:t>
            </a:r>
            <a:r>
              <a:rPr lang="es-ES" dirty="0" err="1"/>
              <a:t>descripció</a:t>
            </a:r>
            <a:r>
              <a:rPr lang="es-ES" dirty="0"/>
              <a:t>)</a:t>
            </a:r>
            <a:br>
              <a:rPr lang="es-ES" dirty="0"/>
            </a:br>
            <a:r>
              <a:rPr lang="es-ES" dirty="0">
                <a:solidFill>
                  <a:srgbClr val="FF0000"/>
                </a:solidFill>
              </a:rPr>
              <a:t>ARTICLE_COSCOMANDA</a:t>
            </a:r>
            <a:r>
              <a:rPr lang="es-ES" dirty="0"/>
              <a:t> (</a:t>
            </a:r>
            <a:r>
              <a:rPr lang="es-ES" u="sng" dirty="0" err="1"/>
              <a:t>ID_article</a:t>
            </a:r>
            <a:r>
              <a:rPr lang="es-ES" u="sng" dirty="0"/>
              <a:t> + </a:t>
            </a:r>
            <a:r>
              <a:rPr lang="es-ES" u="sng" dirty="0" err="1"/>
              <a:t>ID_cos_comanda</a:t>
            </a:r>
            <a:r>
              <a:rPr lang="es-ES" u="sng" dirty="0"/>
              <a:t>)</a:t>
            </a:r>
          </a:p>
          <a:p>
            <a:r>
              <a:rPr lang="es-ES" dirty="0"/>
              <a:t>{</a:t>
            </a:r>
            <a:r>
              <a:rPr lang="es-ES" dirty="0" err="1"/>
              <a:t>ID_article</a:t>
            </a:r>
            <a:r>
              <a:rPr lang="es-ES" dirty="0"/>
              <a:t>} referencia ARTICLE</a:t>
            </a:r>
            <a:br>
              <a:rPr lang="es-ES" dirty="0"/>
            </a:br>
            <a:r>
              <a:rPr lang="es-ES" dirty="0"/>
              <a:t>{ID_ </a:t>
            </a:r>
            <a:r>
              <a:rPr lang="es-ES" dirty="0" err="1"/>
              <a:t>cos_comanda</a:t>
            </a:r>
            <a:r>
              <a:rPr lang="es-ES" dirty="0"/>
              <a:t>} referencia COS_COMANDA</a:t>
            </a:r>
            <a:br>
              <a:rPr lang="es-ES" dirty="0"/>
            </a:br>
            <a:r>
              <a:rPr lang="es-ES" dirty="0">
                <a:solidFill>
                  <a:srgbClr val="FF0000"/>
                </a:solidFill>
              </a:rPr>
              <a:t>FÀBRICA </a:t>
            </a:r>
            <a:r>
              <a:rPr lang="es-ES" dirty="0"/>
              <a:t>(</a:t>
            </a:r>
            <a:r>
              <a:rPr lang="es-ES" u="sng" dirty="0" err="1"/>
              <a:t>ID_fábrica</a:t>
            </a:r>
            <a:r>
              <a:rPr lang="es-ES" dirty="0"/>
              <a:t>, </a:t>
            </a:r>
            <a:r>
              <a:rPr lang="es-ES" dirty="0" err="1"/>
              <a:t>telèfon</a:t>
            </a:r>
            <a:r>
              <a:rPr lang="es-ES" dirty="0"/>
              <a:t>, </a:t>
            </a:r>
            <a:r>
              <a:rPr lang="es-ES" dirty="0" err="1"/>
              <a:t>tipus</a:t>
            </a:r>
            <a:r>
              <a:rPr lang="es-ES" dirty="0"/>
              <a:t>, </a:t>
            </a:r>
            <a:r>
              <a:rPr lang="es-ES" dirty="0" err="1"/>
              <a:t>nom</a:t>
            </a:r>
            <a:r>
              <a:rPr lang="es-ES" dirty="0"/>
              <a:t>) </a:t>
            </a:r>
            <a:endParaRPr lang="es-ES" dirty="0">
              <a:solidFill>
                <a:srgbClr val="FF0000"/>
              </a:solidFill>
            </a:endParaRPr>
          </a:p>
          <a:p>
            <a:r>
              <a:rPr lang="es-ES" dirty="0">
                <a:solidFill>
                  <a:srgbClr val="FF0000"/>
                </a:solidFill>
              </a:rPr>
              <a:t>ARTICLE_FÀBRICA </a:t>
            </a:r>
            <a:r>
              <a:rPr lang="es-ES" dirty="0"/>
              <a:t>(</a:t>
            </a:r>
            <a:r>
              <a:rPr lang="es-ES" u="sng" dirty="0" err="1"/>
              <a:t>ID_article+ID_</a:t>
            </a:r>
            <a:r>
              <a:rPr lang="es-ES" dirty="0" err="1"/>
              <a:t>fábrica</a:t>
            </a:r>
            <a:r>
              <a:rPr lang="es-ES" dirty="0"/>
              <a:t>, </a:t>
            </a:r>
            <a:r>
              <a:rPr lang="es-ES" dirty="0" err="1"/>
              <a:t>existències</a:t>
            </a:r>
            <a:r>
              <a:rPr lang="es-ES" dirty="0"/>
              <a:t>) </a:t>
            </a:r>
          </a:p>
          <a:p>
            <a:r>
              <a:rPr lang="es-ES" dirty="0"/>
              <a:t>donde</a:t>
            </a:r>
            <a:br>
              <a:rPr lang="es-ES" dirty="0"/>
            </a:br>
            <a:r>
              <a:rPr lang="es-ES" dirty="0"/>
              <a:t>{</a:t>
            </a:r>
            <a:r>
              <a:rPr lang="es-ES" dirty="0" err="1"/>
              <a:t>ID_article</a:t>
            </a:r>
            <a:r>
              <a:rPr lang="es-ES" dirty="0"/>
              <a:t>} referencia ARTICLE</a:t>
            </a:r>
            <a:br>
              <a:rPr lang="es-ES" dirty="0"/>
            </a:br>
            <a:r>
              <a:rPr lang="es-ES" dirty="0"/>
              <a:t>{</a:t>
            </a:r>
            <a:r>
              <a:rPr lang="es-ES" dirty="0" err="1"/>
              <a:t>ID_fàbrica</a:t>
            </a:r>
            <a:r>
              <a:rPr lang="es-ES" dirty="0"/>
              <a:t>} referencia FÀBRICA</a:t>
            </a:r>
          </a:p>
          <a:p>
            <a:endParaRPr lang="es-E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09431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398</Words>
  <Application>Microsoft Office PowerPoint</Application>
  <PresentationFormat>Panorámica</PresentationFormat>
  <Paragraphs>101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Alumne_tarda1</dc:creator>
  <cp:lastModifiedBy>Alumne_tarda1</cp:lastModifiedBy>
  <cp:revision>1</cp:revision>
  <dcterms:created xsi:type="dcterms:W3CDTF">2026-10-26T14:49:42Z</dcterms:created>
  <dcterms:modified xsi:type="dcterms:W3CDTF">2026-10-26T14:50:18Z</dcterms:modified>
</cp:coreProperties>
</file>