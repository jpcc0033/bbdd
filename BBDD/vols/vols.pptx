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0" r:id="rId3"/>
    <p:sldId id="282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1CAB2-1FB3-847B-7A07-7199C85CB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E4B1F1-1FDC-7E8E-CCAB-11214413D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61261B-6BF2-0C90-9DD2-37E7BB15C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9F6254-32E9-CF4C-4E07-DDC88DBF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0276D-8038-E80D-D54B-9EAB9321B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2470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07A90-8276-BA64-4F49-201D25D2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DC7956-DDC8-1B55-F60B-3FE35C37B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D04CC2-C8C5-0623-C9BD-ED1E9F3FF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A881F8-17F6-F93B-55B9-849A901F4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262B3F-FC9A-4894-266A-11F9EA4E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519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28667-CF2B-71FB-A71E-76CFDF730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43A424-676D-6A5A-DDEB-2AFBCEDE9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FD6A73-EFA5-3399-2314-E2099A6CF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6FE0C1-7D04-D3E6-A616-B6DCC3BA2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DF378B-D3C9-C37C-CC08-917B63A9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722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93BCC-36F1-F428-B4A3-8D3642C62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F94D82-0D47-0277-1831-3704D0D8A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F1887-0DE9-AC16-3CBB-F084FB4B6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332362-6ACC-7043-4DC8-EA6656D95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4806F1-4E85-78D4-6B3A-F9FF0EFD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9406F0-DF74-28AE-BCF9-3BA7D6B8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081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C6DEC-1E6B-E8DE-5168-E7B062BC0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0DB528-5B54-5B16-F5D7-F41BBAF47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F7819C-000F-D8FB-3001-9958AB357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0BD4AD-E16A-86F2-F3B0-CA398CDA7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44B80E-EF1C-6B54-A198-2790F07F3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1C37B8-09BA-7797-0E5E-3A6D2556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A1F8EC-DB76-21BB-06EA-BB8C80F33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0DDECF-D4BC-4CC7-F342-67A0C9DA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230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D812E-7EBB-2A83-13FA-1B42FD0EE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9F5D4C9-D5B9-F5A3-0CE8-B6B041F3F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3B46FF-ADB0-2288-711B-E69D8739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462AE15-E51E-09EE-E28B-4A70C169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92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77B56A-DC40-FB7F-2659-78F08D59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286CBC-44BC-EFA4-E4BA-3E43D1A7F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02DC5B-B71D-0670-EB4A-2D88B0FF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3599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E112E-5E0C-2BED-9A5E-1CC3FB9B8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02257C-53F8-1FF9-DE8C-5C11F5963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24AFCA-3C7D-A7AD-7E2B-2CBE3CC76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D518D8-426C-697D-1118-37D813CB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7D57DE-804F-C62E-F744-5EF3F301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A02859-1879-4C51-DDCF-F4830EE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840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C6C4C-D0F0-04DB-E5E2-EF596CD59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D372F09-5DE9-BA7B-7438-0977EF1B09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4228BF-4766-077A-B626-7F0BC8979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6DEAC5-78E9-E916-3703-B6736201B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98D3F8-63AF-C56A-D724-68F6E2B6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03D79D-F4A2-AADB-112C-8D7453EB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0187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E59A8-E512-54A5-41C8-58E78E9EC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B5C30F-7941-EA8B-4444-E0DCE2171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112CDE-09B3-8C5A-6502-8805C7660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8A5334-A123-0800-1C39-0A4EF5ABD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E0D738-CCB7-0AF8-5C09-C3B5416B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545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C8B9F5-8F56-35F8-DD67-E9C4B65D2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C3E620-5945-010F-FEA5-689EC96BE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FEFD97-E671-AACD-E641-5BB5D247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947791-EB0E-7E7F-D3CB-A2417AD5D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C85507-BA30-C5B8-79D4-50E890F7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26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F63505-EF89-E26E-556C-0B71E38B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BB803A-5908-65E9-1E73-541E9BD1E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04FCA9-9C8A-E1DA-4C3D-D6E7816B0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3CC2DC-F11D-D440-551A-3099EDDC2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3D984-C111-95A4-8827-7F0D658CD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07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B96EAD6-854D-AA49-A9CD-24707E1262D3}"/>
              </a:ext>
            </a:extLst>
          </p:cNvPr>
          <p:cNvGraphicFramePr>
            <a:graphicFrameLocks noGrp="1"/>
          </p:cNvGraphicFramePr>
          <p:nvPr/>
        </p:nvGraphicFramePr>
        <p:xfrm>
          <a:off x="2817004" y="1797969"/>
          <a:ext cx="677541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916">
                  <a:extLst>
                    <a:ext uri="{9D8B030D-6E8A-4147-A177-3AD203B41FA5}">
                      <a16:colId xmlns:a16="http://schemas.microsoft.com/office/drawing/2014/main" val="1601374050"/>
                    </a:ext>
                  </a:extLst>
                </a:gridCol>
                <a:gridCol w="1170317">
                  <a:extLst>
                    <a:ext uri="{9D8B030D-6E8A-4147-A177-3AD203B41FA5}">
                      <a16:colId xmlns:a16="http://schemas.microsoft.com/office/drawing/2014/main" val="1259602636"/>
                    </a:ext>
                  </a:extLst>
                </a:gridCol>
                <a:gridCol w="970471">
                  <a:extLst>
                    <a:ext uri="{9D8B030D-6E8A-4147-A177-3AD203B41FA5}">
                      <a16:colId xmlns:a16="http://schemas.microsoft.com/office/drawing/2014/main" val="1508842919"/>
                    </a:ext>
                  </a:extLst>
                </a:gridCol>
                <a:gridCol w="963284">
                  <a:extLst>
                    <a:ext uri="{9D8B030D-6E8A-4147-A177-3AD203B41FA5}">
                      <a16:colId xmlns:a16="http://schemas.microsoft.com/office/drawing/2014/main" val="3337946417"/>
                    </a:ext>
                  </a:extLst>
                </a:gridCol>
                <a:gridCol w="941716">
                  <a:extLst>
                    <a:ext uri="{9D8B030D-6E8A-4147-A177-3AD203B41FA5}">
                      <a16:colId xmlns:a16="http://schemas.microsoft.com/office/drawing/2014/main" val="2394046994"/>
                    </a:ext>
                  </a:extLst>
                </a:gridCol>
                <a:gridCol w="793791">
                  <a:extLst>
                    <a:ext uri="{9D8B030D-6E8A-4147-A177-3AD203B41FA5}">
                      <a16:colId xmlns:a16="http://schemas.microsoft.com/office/drawing/2014/main" val="619771999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875169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Aeroport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Avió</a:t>
                      </a:r>
                      <a:endParaRPr lang="es-ES" sz="12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Prog_vol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Línia</a:t>
                      </a:r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aèrea</a:t>
                      </a:r>
                      <a:endParaRPr lang="es-ES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Escales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Dies_set</a:t>
                      </a:r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8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Aeroport</a:t>
                      </a:r>
                      <a:endParaRPr lang="es-E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Va i </a:t>
                      </a:r>
                      <a:r>
                        <a:rPr lang="es-ES" sz="1200" dirty="0" err="1"/>
                        <a:t>vé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/>
                        <a:t>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2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Avió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/>
                        <a:t>Va i </a:t>
                      </a:r>
                      <a:r>
                        <a:rPr lang="es-ES" sz="1200" b="0" dirty="0" err="1"/>
                        <a:t>vé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b="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/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90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Prog_vol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/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quan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814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Línia</a:t>
                      </a:r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aèrea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47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Escales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són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estant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11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Dies_set</a:t>
                      </a:r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quin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085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35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0DD26E3B-3828-2498-AACD-9505E97917E5}"/>
              </a:ext>
            </a:extLst>
          </p:cNvPr>
          <p:cNvSpPr/>
          <p:nvPr/>
        </p:nvSpPr>
        <p:spPr>
          <a:xfrm>
            <a:off x="5190230" y="2893613"/>
            <a:ext cx="1465870" cy="284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Programa de </a:t>
            </a:r>
            <a:r>
              <a:rPr lang="es-ES" sz="1200" dirty="0" err="1"/>
              <a:t>vol</a:t>
            </a:r>
            <a:endParaRPr lang="es-ES" sz="12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1A09FCC-AFE9-A580-1702-CA03489BF40D}"/>
              </a:ext>
            </a:extLst>
          </p:cNvPr>
          <p:cNvSpPr/>
          <p:nvPr/>
        </p:nvSpPr>
        <p:spPr>
          <a:xfrm>
            <a:off x="5383165" y="5001776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Aerolínia</a:t>
            </a:r>
            <a:endParaRPr lang="es-ES" sz="12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5E5E4A6-8FCA-6C24-75D5-F4A6792C0DEB}"/>
              </a:ext>
            </a:extLst>
          </p:cNvPr>
          <p:cNvSpPr/>
          <p:nvPr/>
        </p:nvSpPr>
        <p:spPr>
          <a:xfrm>
            <a:off x="5372947" y="80298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aeroports</a:t>
            </a:r>
            <a:endParaRPr lang="es-ES" sz="12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207C93E-24C9-FB48-2AE1-F0D14638F71B}"/>
              </a:ext>
            </a:extLst>
          </p:cNvPr>
          <p:cNvSpPr/>
          <p:nvPr/>
        </p:nvSpPr>
        <p:spPr>
          <a:xfrm>
            <a:off x="1386699" y="284638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DIES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0403315-FBF7-C66E-F33B-124050F9D992}"/>
              </a:ext>
            </a:extLst>
          </p:cNvPr>
          <p:cNvSpPr/>
          <p:nvPr/>
        </p:nvSpPr>
        <p:spPr>
          <a:xfrm>
            <a:off x="2581131" y="808897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avió</a:t>
            </a:r>
          </a:p>
        </p:txBody>
      </p:sp>
      <p:sp>
        <p:nvSpPr>
          <p:cNvPr id="43" name="Rombo 42">
            <a:extLst>
              <a:ext uri="{FF2B5EF4-FFF2-40B4-BE49-F238E27FC236}">
                <a16:creationId xmlns:a16="http://schemas.microsoft.com/office/drawing/2014/main" id="{0A2BD5A0-DA11-22F5-39AC-B084E714FFC7}"/>
              </a:ext>
            </a:extLst>
          </p:cNvPr>
          <p:cNvSpPr/>
          <p:nvPr/>
        </p:nvSpPr>
        <p:spPr>
          <a:xfrm>
            <a:off x="5469898" y="4030250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Té </a:t>
            </a:r>
          </a:p>
        </p:txBody>
      </p:sp>
      <p:sp>
        <p:nvSpPr>
          <p:cNvPr id="45" name="Rombo 44">
            <a:extLst>
              <a:ext uri="{FF2B5EF4-FFF2-40B4-BE49-F238E27FC236}">
                <a16:creationId xmlns:a16="http://schemas.microsoft.com/office/drawing/2014/main" id="{5B05CD33-F1A8-220E-649E-104D434B1353}"/>
              </a:ext>
            </a:extLst>
          </p:cNvPr>
          <p:cNvSpPr/>
          <p:nvPr/>
        </p:nvSpPr>
        <p:spPr>
          <a:xfrm>
            <a:off x="5460912" y="1485338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té</a:t>
            </a:r>
          </a:p>
        </p:txBody>
      </p: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BA00DC5A-F5FD-ADBC-31CA-308824B6E45E}"/>
              </a:ext>
            </a:extLst>
          </p:cNvPr>
          <p:cNvCxnSpPr>
            <a:cxnSpLocks/>
            <a:stCxn id="29" idx="2"/>
            <a:endCxn id="45" idx="0"/>
          </p:cNvCxnSpPr>
          <p:nvPr/>
        </p:nvCxnSpPr>
        <p:spPr>
          <a:xfrm>
            <a:off x="5912947" y="1162984"/>
            <a:ext cx="1232" cy="3223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378FA287-82B9-089D-5283-F6EDA2D09A58}"/>
              </a:ext>
            </a:extLst>
          </p:cNvPr>
          <p:cNvCxnSpPr>
            <a:cxnSpLocks/>
            <a:stCxn id="45" idx="2"/>
            <a:endCxn id="19" idx="0"/>
          </p:cNvCxnSpPr>
          <p:nvPr/>
        </p:nvCxnSpPr>
        <p:spPr>
          <a:xfrm>
            <a:off x="5914179" y="2090623"/>
            <a:ext cx="8986" cy="8029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7CF322CA-BB63-CE72-D86F-2126EBDEF877}"/>
              </a:ext>
            </a:extLst>
          </p:cNvPr>
          <p:cNvCxnSpPr>
            <a:cxnSpLocks/>
            <a:stCxn id="19" idx="2"/>
            <a:endCxn id="43" idx="0"/>
          </p:cNvCxnSpPr>
          <p:nvPr/>
        </p:nvCxnSpPr>
        <p:spPr>
          <a:xfrm>
            <a:off x="5923165" y="3178157"/>
            <a:ext cx="0" cy="8520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E2F0E85B-E0DA-7738-7931-EDFE5D117131}"/>
              </a:ext>
            </a:extLst>
          </p:cNvPr>
          <p:cNvCxnSpPr>
            <a:cxnSpLocks/>
            <a:stCxn id="43" idx="2"/>
            <a:endCxn id="20" idx="0"/>
          </p:cNvCxnSpPr>
          <p:nvPr/>
        </p:nvCxnSpPr>
        <p:spPr>
          <a:xfrm>
            <a:off x="5923165" y="4635535"/>
            <a:ext cx="0" cy="366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mbo 126">
            <a:extLst>
              <a:ext uri="{FF2B5EF4-FFF2-40B4-BE49-F238E27FC236}">
                <a16:creationId xmlns:a16="http://schemas.microsoft.com/office/drawing/2014/main" id="{8222B333-60B0-390C-B912-E5EA561031D1}"/>
              </a:ext>
            </a:extLst>
          </p:cNvPr>
          <p:cNvSpPr/>
          <p:nvPr/>
        </p:nvSpPr>
        <p:spPr>
          <a:xfrm>
            <a:off x="3980034" y="686255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 err="1"/>
              <a:t>vola</a:t>
            </a:r>
            <a:endParaRPr lang="es-ES" sz="1200" dirty="0"/>
          </a:p>
        </p:txBody>
      </p: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942476FA-8961-AA21-2344-F87E684A0928}"/>
              </a:ext>
            </a:extLst>
          </p:cNvPr>
          <p:cNvCxnSpPr>
            <a:cxnSpLocks/>
            <a:stCxn id="127" idx="1"/>
            <a:endCxn id="33" idx="3"/>
          </p:cNvCxnSpPr>
          <p:nvPr/>
        </p:nvCxnSpPr>
        <p:spPr>
          <a:xfrm flipH="1" flipV="1">
            <a:off x="3661131" y="988897"/>
            <a:ext cx="31890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C6088F9F-BE4E-F490-83AC-E593A754D5BB}"/>
              </a:ext>
            </a:extLst>
          </p:cNvPr>
          <p:cNvCxnSpPr>
            <a:cxnSpLocks/>
            <a:stCxn id="127" idx="3"/>
            <a:endCxn id="29" idx="1"/>
          </p:cNvCxnSpPr>
          <p:nvPr/>
        </p:nvCxnSpPr>
        <p:spPr>
          <a:xfrm flipV="1">
            <a:off x="4886567" y="982984"/>
            <a:ext cx="486380" cy="5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mbo 179">
            <a:extLst>
              <a:ext uri="{FF2B5EF4-FFF2-40B4-BE49-F238E27FC236}">
                <a16:creationId xmlns:a16="http://schemas.microsoft.com/office/drawing/2014/main" id="{06C24841-43B8-54E1-F212-8C21CDA6BB73}"/>
              </a:ext>
            </a:extLst>
          </p:cNvPr>
          <p:cNvSpPr/>
          <p:nvPr/>
        </p:nvSpPr>
        <p:spPr>
          <a:xfrm>
            <a:off x="2708231" y="2727441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 err="1"/>
              <a:t>passa</a:t>
            </a:r>
            <a:endParaRPr lang="es-ES" sz="1200" dirty="0"/>
          </a:p>
        </p:txBody>
      </p:sp>
      <p:cxnSp>
        <p:nvCxnSpPr>
          <p:cNvPr id="183" name="Conector recto 182">
            <a:extLst>
              <a:ext uri="{FF2B5EF4-FFF2-40B4-BE49-F238E27FC236}">
                <a16:creationId xmlns:a16="http://schemas.microsoft.com/office/drawing/2014/main" id="{3DFEB6DB-3AB4-28FF-1237-52C4DFC24B5A}"/>
              </a:ext>
            </a:extLst>
          </p:cNvPr>
          <p:cNvCxnSpPr>
            <a:cxnSpLocks/>
            <a:stCxn id="19" idx="1"/>
            <a:endCxn id="180" idx="3"/>
          </p:cNvCxnSpPr>
          <p:nvPr/>
        </p:nvCxnSpPr>
        <p:spPr>
          <a:xfrm flipH="1" flipV="1">
            <a:off x="3614764" y="3030084"/>
            <a:ext cx="1575466" cy="5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49905145-5624-0AAD-9FD0-0A3037E59637}"/>
              </a:ext>
            </a:extLst>
          </p:cNvPr>
          <p:cNvCxnSpPr>
            <a:cxnSpLocks/>
            <a:stCxn id="180" idx="1"/>
            <a:endCxn id="32" idx="3"/>
          </p:cNvCxnSpPr>
          <p:nvPr/>
        </p:nvCxnSpPr>
        <p:spPr>
          <a:xfrm flipH="1" flipV="1">
            <a:off x="2466699" y="3026384"/>
            <a:ext cx="241532" cy="3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0BDAE946-064E-BC79-BBE1-FCDEDE2CE95F}"/>
              </a:ext>
            </a:extLst>
          </p:cNvPr>
          <p:cNvSpPr txBox="1"/>
          <p:nvPr/>
        </p:nvSpPr>
        <p:spPr>
          <a:xfrm>
            <a:off x="1627959" y="2425583"/>
            <a:ext cx="5735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ID_dia</a:t>
            </a:r>
            <a:endParaRPr lang="es-ES" sz="1100" u="sng" dirty="0"/>
          </a:p>
        </p:txBody>
      </p:sp>
      <p:cxnSp>
        <p:nvCxnSpPr>
          <p:cNvPr id="214" name="Conector recto de flecha 213">
            <a:extLst>
              <a:ext uri="{FF2B5EF4-FFF2-40B4-BE49-F238E27FC236}">
                <a16:creationId xmlns:a16="http://schemas.microsoft.com/office/drawing/2014/main" id="{A480725F-9A62-1BE3-8090-CD027B5950B7}"/>
              </a:ext>
            </a:extLst>
          </p:cNvPr>
          <p:cNvCxnSpPr>
            <a:cxnSpLocks/>
            <a:stCxn id="32" idx="0"/>
            <a:endCxn id="213" idx="2"/>
          </p:cNvCxnSpPr>
          <p:nvPr/>
        </p:nvCxnSpPr>
        <p:spPr>
          <a:xfrm flipH="1" flipV="1">
            <a:off x="1914729" y="2687193"/>
            <a:ext cx="11970" cy="15919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76D5D9AB-DFB2-53C6-EE07-C7936A341648}"/>
              </a:ext>
            </a:extLst>
          </p:cNvPr>
          <p:cNvSpPr txBox="1"/>
          <p:nvPr/>
        </p:nvSpPr>
        <p:spPr>
          <a:xfrm>
            <a:off x="1565918" y="3396440"/>
            <a:ext cx="732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Nom_dia</a:t>
            </a:r>
            <a:endParaRPr lang="es-ES" sz="1100" dirty="0"/>
          </a:p>
        </p:txBody>
      </p:sp>
      <p:cxnSp>
        <p:nvCxnSpPr>
          <p:cNvPr id="229" name="Conector recto de flecha 228">
            <a:extLst>
              <a:ext uri="{FF2B5EF4-FFF2-40B4-BE49-F238E27FC236}">
                <a16:creationId xmlns:a16="http://schemas.microsoft.com/office/drawing/2014/main" id="{8E43DD83-1B7B-C0FA-4367-F7990D791836}"/>
              </a:ext>
            </a:extLst>
          </p:cNvPr>
          <p:cNvCxnSpPr>
            <a:cxnSpLocks/>
            <a:stCxn id="32" idx="2"/>
            <a:endCxn id="228" idx="0"/>
          </p:cNvCxnSpPr>
          <p:nvPr/>
        </p:nvCxnSpPr>
        <p:spPr>
          <a:xfrm>
            <a:off x="1926699" y="3206384"/>
            <a:ext cx="5645" cy="1900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CuadroTexto 269">
            <a:extLst>
              <a:ext uri="{FF2B5EF4-FFF2-40B4-BE49-F238E27FC236}">
                <a16:creationId xmlns:a16="http://schemas.microsoft.com/office/drawing/2014/main" id="{5DACB624-6AFF-5CF9-B94D-668879383558}"/>
              </a:ext>
            </a:extLst>
          </p:cNvPr>
          <p:cNvSpPr txBox="1"/>
          <p:nvPr/>
        </p:nvSpPr>
        <p:spPr>
          <a:xfrm>
            <a:off x="5886847" y="1188773"/>
            <a:ext cx="486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</a:t>
            </a:r>
            <a:r>
              <a:rPr lang="es-ES" sz="1000" dirty="0"/>
              <a:t>2,2</a:t>
            </a:r>
            <a:r>
              <a:rPr lang="es-ES" sz="1400" dirty="0"/>
              <a:t>)</a:t>
            </a:r>
          </a:p>
        </p:txBody>
      </p:sp>
      <p:sp>
        <p:nvSpPr>
          <p:cNvPr id="271" name="CuadroTexto 270">
            <a:extLst>
              <a:ext uri="{FF2B5EF4-FFF2-40B4-BE49-F238E27FC236}">
                <a16:creationId xmlns:a16="http://schemas.microsoft.com/office/drawing/2014/main" id="{60BE5C14-9C63-194D-7DF1-F3F15DD28886}"/>
              </a:ext>
            </a:extLst>
          </p:cNvPr>
          <p:cNvSpPr txBox="1"/>
          <p:nvPr/>
        </p:nvSpPr>
        <p:spPr>
          <a:xfrm>
            <a:off x="5918091" y="2083457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272" name="CuadroTexto 271">
            <a:extLst>
              <a:ext uri="{FF2B5EF4-FFF2-40B4-BE49-F238E27FC236}">
                <a16:creationId xmlns:a16="http://schemas.microsoft.com/office/drawing/2014/main" id="{40D02745-4275-8405-1005-DB62EBFB2697}"/>
              </a:ext>
            </a:extLst>
          </p:cNvPr>
          <p:cNvSpPr txBox="1"/>
          <p:nvPr/>
        </p:nvSpPr>
        <p:spPr>
          <a:xfrm>
            <a:off x="6358742" y="1639985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(2,n)</a:t>
            </a:r>
          </a:p>
        </p:txBody>
      </p:sp>
      <p:sp>
        <p:nvSpPr>
          <p:cNvPr id="298" name="CuadroTexto 297">
            <a:extLst>
              <a:ext uri="{FF2B5EF4-FFF2-40B4-BE49-F238E27FC236}">
                <a16:creationId xmlns:a16="http://schemas.microsoft.com/office/drawing/2014/main" id="{1D2B340F-64D0-3F1A-441A-91BD91DEFB7C}"/>
              </a:ext>
            </a:extLst>
          </p:cNvPr>
          <p:cNvSpPr txBox="1"/>
          <p:nvPr/>
        </p:nvSpPr>
        <p:spPr>
          <a:xfrm>
            <a:off x="5379590" y="5501684"/>
            <a:ext cx="108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Nom_aerolinia</a:t>
            </a:r>
            <a:endParaRPr lang="es-ES" sz="1000" dirty="0"/>
          </a:p>
        </p:txBody>
      </p:sp>
      <p:cxnSp>
        <p:nvCxnSpPr>
          <p:cNvPr id="299" name="Conector recto de flecha 298">
            <a:extLst>
              <a:ext uri="{FF2B5EF4-FFF2-40B4-BE49-F238E27FC236}">
                <a16:creationId xmlns:a16="http://schemas.microsoft.com/office/drawing/2014/main" id="{E6DB3FCB-99F6-28DF-3721-C6A949F7C22A}"/>
              </a:ext>
            </a:extLst>
          </p:cNvPr>
          <p:cNvCxnSpPr>
            <a:cxnSpLocks/>
            <a:stCxn id="20" idx="2"/>
            <a:endCxn id="298" idx="0"/>
          </p:cNvCxnSpPr>
          <p:nvPr/>
        </p:nvCxnSpPr>
        <p:spPr>
          <a:xfrm flipH="1">
            <a:off x="5919590" y="5361776"/>
            <a:ext cx="3575" cy="139908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ector recto de flecha 307">
            <a:extLst>
              <a:ext uri="{FF2B5EF4-FFF2-40B4-BE49-F238E27FC236}">
                <a16:creationId xmlns:a16="http://schemas.microsoft.com/office/drawing/2014/main" id="{B953DF7F-7D61-7EEE-1EE4-BDA0211252BA}"/>
              </a:ext>
            </a:extLst>
          </p:cNvPr>
          <p:cNvCxnSpPr>
            <a:cxnSpLocks/>
            <a:stCxn id="20" idx="1"/>
            <a:endCxn id="309" idx="3"/>
          </p:cNvCxnSpPr>
          <p:nvPr/>
        </p:nvCxnSpPr>
        <p:spPr>
          <a:xfrm flipH="1">
            <a:off x="5177138" y="5181776"/>
            <a:ext cx="206027" cy="928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CuadroTexto 308">
            <a:extLst>
              <a:ext uri="{FF2B5EF4-FFF2-40B4-BE49-F238E27FC236}">
                <a16:creationId xmlns:a16="http://schemas.microsoft.com/office/drawing/2014/main" id="{5F7A4480-B1FC-0C1E-0DC6-912D25356593}"/>
              </a:ext>
            </a:extLst>
          </p:cNvPr>
          <p:cNvSpPr txBox="1"/>
          <p:nvPr/>
        </p:nvSpPr>
        <p:spPr>
          <a:xfrm>
            <a:off x="4270605" y="5060254"/>
            <a:ext cx="9065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ID_aerolinia</a:t>
            </a:r>
            <a:endParaRPr lang="es-ES" sz="1100" u="sng" dirty="0"/>
          </a:p>
        </p:txBody>
      </p:sp>
      <p:sp>
        <p:nvSpPr>
          <p:cNvPr id="313" name="CuadroTexto 312">
            <a:extLst>
              <a:ext uri="{FF2B5EF4-FFF2-40B4-BE49-F238E27FC236}">
                <a16:creationId xmlns:a16="http://schemas.microsoft.com/office/drawing/2014/main" id="{3AA1145D-78D0-CCA5-F04B-294B2936D899}"/>
              </a:ext>
            </a:extLst>
          </p:cNvPr>
          <p:cNvSpPr txBox="1"/>
          <p:nvPr/>
        </p:nvSpPr>
        <p:spPr>
          <a:xfrm rot="19520964">
            <a:off x="6328699" y="2257518"/>
            <a:ext cx="853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ID_prog_vol</a:t>
            </a:r>
            <a:r>
              <a:rPr lang="es-ES" sz="1000" u="sng" dirty="0"/>
              <a:t> (</a:t>
            </a:r>
            <a:r>
              <a:rPr lang="es-ES" sz="1000" u="sng" dirty="0" err="1"/>
              <a:t>num_vol</a:t>
            </a:r>
            <a:r>
              <a:rPr lang="es-ES" sz="1000" u="sng" dirty="0"/>
              <a:t>)</a:t>
            </a:r>
          </a:p>
        </p:txBody>
      </p:sp>
      <p:cxnSp>
        <p:nvCxnSpPr>
          <p:cNvPr id="314" name="Conector recto de flecha 313">
            <a:extLst>
              <a:ext uri="{FF2B5EF4-FFF2-40B4-BE49-F238E27FC236}">
                <a16:creationId xmlns:a16="http://schemas.microsoft.com/office/drawing/2014/main" id="{5F05AB3A-1BA2-252F-ECB1-85933963DE89}"/>
              </a:ext>
            </a:extLst>
          </p:cNvPr>
          <p:cNvCxnSpPr>
            <a:cxnSpLocks/>
          </p:cNvCxnSpPr>
          <p:nvPr/>
        </p:nvCxnSpPr>
        <p:spPr>
          <a:xfrm flipV="1">
            <a:off x="6517451" y="2740629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ector recto de flecha 336">
            <a:extLst>
              <a:ext uri="{FF2B5EF4-FFF2-40B4-BE49-F238E27FC236}">
                <a16:creationId xmlns:a16="http://schemas.microsoft.com/office/drawing/2014/main" id="{5B2B7043-3BE0-5BB9-D0AE-7D829D82F91A}"/>
              </a:ext>
            </a:extLst>
          </p:cNvPr>
          <p:cNvCxnSpPr>
            <a:cxnSpLocks/>
          </p:cNvCxnSpPr>
          <p:nvPr/>
        </p:nvCxnSpPr>
        <p:spPr>
          <a:xfrm flipV="1">
            <a:off x="5442666" y="2792951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CuadroTexto 337">
            <a:extLst>
              <a:ext uri="{FF2B5EF4-FFF2-40B4-BE49-F238E27FC236}">
                <a16:creationId xmlns:a16="http://schemas.microsoft.com/office/drawing/2014/main" id="{BF9B2D5E-8427-B740-5269-CF8F4ADDADBB}"/>
              </a:ext>
            </a:extLst>
          </p:cNvPr>
          <p:cNvSpPr txBox="1"/>
          <p:nvPr/>
        </p:nvSpPr>
        <p:spPr>
          <a:xfrm rot="19520964">
            <a:off x="5273725" y="243911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D7</a:t>
            </a:r>
          </a:p>
        </p:txBody>
      </p:sp>
      <p:cxnSp>
        <p:nvCxnSpPr>
          <p:cNvPr id="339" name="Conector recto de flecha 338">
            <a:extLst>
              <a:ext uri="{FF2B5EF4-FFF2-40B4-BE49-F238E27FC236}">
                <a16:creationId xmlns:a16="http://schemas.microsoft.com/office/drawing/2014/main" id="{CDA511A5-B995-1334-8634-D7A8839FCCF5}"/>
              </a:ext>
            </a:extLst>
          </p:cNvPr>
          <p:cNvCxnSpPr>
            <a:cxnSpLocks/>
          </p:cNvCxnSpPr>
          <p:nvPr/>
        </p:nvCxnSpPr>
        <p:spPr>
          <a:xfrm flipV="1">
            <a:off x="5206912" y="2792158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CuadroTexto 339">
            <a:extLst>
              <a:ext uri="{FF2B5EF4-FFF2-40B4-BE49-F238E27FC236}">
                <a16:creationId xmlns:a16="http://schemas.microsoft.com/office/drawing/2014/main" id="{A45322E7-06DE-1555-FDFE-7B26060E5314}"/>
              </a:ext>
            </a:extLst>
          </p:cNvPr>
          <p:cNvSpPr txBox="1"/>
          <p:nvPr/>
        </p:nvSpPr>
        <p:spPr>
          <a:xfrm rot="19520964">
            <a:off x="5010070" y="2450287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D1</a:t>
            </a:r>
          </a:p>
        </p:txBody>
      </p:sp>
      <p:cxnSp>
        <p:nvCxnSpPr>
          <p:cNvPr id="341" name="Conector recto de flecha 340">
            <a:extLst>
              <a:ext uri="{FF2B5EF4-FFF2-40B4-BE49-F238E27FC236}">
                <a16:creationId xmlns:a16="http://schemas.microsoft.com/office/drawing/2014/main" id="{06048FA9-37E8-0E31-3B65-14BC0C5A4926}"/>
              </a:ext>
            </a:extLst>
          </p:cNvPr>
          <p:cNvCxnSpPr>
            <a:cxnSpLocks/>
          </p:cNvCxnSpPr>
          <p:nvPr/>
        </p:nvCxnSpPr>
        <p:spPr>
          <a:xfrm>
            <a:off x="5236397" y="3167325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795AA834-AAEA-FE9D-4525-E32522A545AF}"/>
              </a:ext>
            </a:extLst>
          </p:cNvPr>
          <p:cNvSpPr txBox="1"/>
          <p:nvPr/>
        </p:nvSpPr>
        <p:spPr>
          <a:xfrm rot="19520964">
            <a:off x="4638835" y="3362455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Data_vol</a:t>
            </a:r>
            <a:endParaRPr lang="es-ES" sz="1000" dirty="0"/>
          </a:p>
        </p:txBody>
      </p:sp>
      <p:cxnSp>
        <p:nvCxnSpPr>
          <p:cNvPr id="344" name="Conector recto de flecha 343">
            <a:extLst>
              <a:ext uri="{FF2B5EF4-FFF2-40B4-BE49-F238E27FC236}">
                <a16:creationId xmlns:a16="http://schemas.microsoft.com/office/drawing/2014/main" id="{DED81DD2-9C64-A3EF-186B-3A346B7F7624}"/>
              </a:ext>
            </a:extLst>
          </p:cNvPr>
          <p:cNvCxnSpPr>
            <a:cxnSpLocks/>
          </p:cNvCxnSpPr>
          <p:nvPr/>
        </p:nvCxnSpPr>
        <p:spPr>
          <a:xfrm>
            <a:off x="5413480" y="3170215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CuadroTexto 345">
            <a:extLst>
              <a:ext uri="{FF2B5EF4-FFF2-40B4-BE49-F238E27FC236}">
                <a16:creationId xmlns:a16="http://schemas.microsoft.com/office/drawing/2014/main" id="{7FD24E85-14DA-912F-2CCF-009C4A7DA1DB}"/>
              </a:ext>
            </a:extLst>
          </p:cNvPr>
          <p:cNvSpPr txBox="1"/>
          <p:nvPr/>
        </p:nvSpPr>
        <p:spPr>
          <a:xfrm rot="19520964">
            <a:off x="4270952" y="3568537"/>
            <a:ext cx="13146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Num_places_buides</a:t>
            </a:r>
            <a:endParaRPr lang="es-ES" sz="1000" dirty="0"/>
          </a:p>
        </p:txBody>
      </p: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22488042-B76F-B093-876B-4E6517AAE630}"/>
              </a:ext>
            </a:extLst>
          </p:cNvPr>
          <p:cNvSpPr/>
          <p:nvPr/>
        </p:nvSpPr>
        <p:spPr>
          <a:xfrm>
            <a:off x="8408134" y="285246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Escales</a:t>
            </a:r>
          </a:p>
        </p:txBody>
      </p:sp>
      <p:sp>
        <p:nvSpPr>
          <p:cNvPr id="106" name="Rombo 105">
            <a:extLst>
              <a:ext uri="{FF2B5EF4-FFF2-40B4-BE49-F238E27FC236}">
                <a16:creationId xmlns:a16="http://schemas.microsoft.com/office/drawing/2014/main" id="{1264F581-5810-7D61-98EC-359ACB97E1E8}"/>
              </a:ext>
            </a:extLst>
          </p:cNvPr>
          <p:cNvSpPr/>
          <p:nvPr/>
        </p:nvSpPr>
        <p:spPr>
          <a:xfrm>
            <a:off x="7130090" y="272982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/>
              <a:t>té</a:t>
            </a:r>
          </a:p>
        </p:txBody>
      </p: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91D599F3-73CB-95B6-BC11-2BC1E76AD6D7}"/>
              </a:ext>
            </a:extLst>
          </p:cNvPr>
          <p:cNvCxnSpPr>
            <a:cxnSpLocks/>
            <a:stCxn id="106" idx="3"/>
            <a:endCxn id="105" idx="1"/>
          </p:cNvCxnSpPr>
          <p:nvPr/>
        </p:nvCxnSpPr>
        <p:spPr>
          <a:xfrm flipV="1">
            <a:off x="8036623" y="3032468"/>
            <a:ext cx="371511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AE381040-A94F-7983-BA42-EE2CB638E95C}"/>
              </a:ext>
            </a:extLst>
          </p:cNvPr>
          <p:cNvCxnSpPr>
            <a:cxnSpLocks/>
            <a:stCxn id="106" idx="1"/>
            <a:endCxn id="19" idx="3"/>
          </p:cNvCxnSpPr>
          <p:nvPr/>
        </p:nvCxnSpPr>
        <p:spPr>
          <a:xfrm flipH="1">
            <a:off x="6656100" y="3032469"/>
            <a:ext cx="473990" cy="34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EC86F42F-46E4-7761-11CE-D9272A55B7B7}"/>
              </a:ext>
            </a:extLst>
          </p:cNvPr>
          <p:cNvCxnSpPr>
            <a:cxnSpLocks/>
            <a:stCxn id="105" idx="2"/>
            <a:endCxn id="131" idx="0"/>
          </p:cNvCxnSpPr>
          <p:nvPr/>
        </p:nvCxnSpPr>
        <p:spPr>
          <a:xfrm>
            <a:off x="8948134" y="3212468"/>
            <a:ext cx="7264" cy="21170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F0084538-FFD2-3D8F-D7D8-7186B6086A5C}"/>
              </a:ext>
            </a:extLst>
          </p:cNvPr>
          <p:cNvSpPr txBox="1"/>
          <p:nvPr/>
        </p:nvSpPr>
        <p:spPr>
          <a:xfrm>
            <a:off x="9704820" y="2806775"/>
            <a:ext cx="1094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Num_pass_out</a:t>
            </a:r>
            <a:endParaRPr lang="es-ES" sz="1100" dirty="0"/>
          </a:p>
        </p:txBody>
      </p:sp>
      <p:cxnSp>
        <p:nvCxnSpPr>
          <p:cNvPr id="113" name="Conector recto de flecha 112">
            <a:extLst>
              <a:ext uri="{FF2B5EF4-FFF2-40B4-BE49-F238E27FC236}">
                <a16:creationId xmlns:a16="http://schemas.microsoft.com/office/drawing/2014/main" id="{9915CE86-3FB9-2781-EC97-FF4CC72A3549}"/>
              </a:ext>
            </a:extLst>
          </p:cNvPr>
          <p:cNvCxnSpPr>
            <a:cxnSpLocks/>
            <a:endCxn id="112" idx="1"/>
          </p:cNvCxnSpPr>
          <p:nvPr/>
        </p:nvCxnSpPr>
        <p:spPr>
          <a:xfrm>
            <a:off x="9488134" y="2937580"/>
            <a:ext cx="216686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AE99079B-F42D-23CF-05D6-D3B804D1915A}"/>
              </a:ext>
            </a:extLst>
          </p:cNvPr>
          <p:cNvSpPr txBox="1"/>
          <p:nvPr/>
        </p:nvSpPr>
        <p:spPr>
          <a:xfrm>
            <a:off x="8408134" y="3424173"/>
            <a:ext cx="1094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ID_escala</a:t>
            </a:r>
            <a:endParaRPr lang="es-ES" sz="1100" u="sng" dirty="0"/>
          </a:p>
        </p:txBody>
      </p:sp>
      <p:cxnSp>
        <p:nvCxnSpPr>
          <p:cNvPr id="231" name="Conector recto de flecha 230">
            <a:extLst>
              <a:ext uri="{FF2B5EF4-FFF2-40B4-BE49-F238E27FC236}">
                <a16:creationId xmlns:a16="http://schemas.microsoft.com/office/drawing/2014/main" id="{EBF6F819-B887-3BD1-7D6B-AD210C5C9EF8}"/>
              </a:ext>
            </a:extLst>
          </p:cNvPr>
          <p:cNvCxnSpPr>
            <a:cxnSpLocks/>
            <a:stCxn id="33" idx="0"/>
            <a:endCxn id="234" idx="2"/>
          </p:cNvCxnSpPr>
          <p:nvPr/>
        </p:nvCxnSpPr>
        <p:spPr>
          <a:xfrm flipH="1" flipV="1">
            <a:off x="3121130" y="512151"/>
            <a:ext cx="1" cy="296746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CuadroTexto 233">
            <a:extLst>
              <a:ext uri="{FF2B5EF4-FFF2-40B4-BE49-F238E27FC236}">
                <a16:creationId xmlns:a16="http://schemas.microsoft.com/office/drawing/2014/main" id="{B96A22C9-6558-F2FA-3702-976612A05D45}"/>
              </a:ext>
            </a:extLst>
          </p:cNvPr>
          <p:cNvSpPr txBox="1"/>
          <p:nvPr/>
        </p:nvSpPr>
        <p:spPr>
          <a:xfrm>
            <a:off x="2799567" y="250541"/>
            <a:ext cx="643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ID_avio</a:t>
            </a:r>
            <a:endParaRPr lang="es-ES" sz="1100" u="sng" dirty="0"/>
          </a:p>
        </p:txBody>
      </p:sp>
      <p:cxnSp>
        <p:nvCxnSpPr>
          <p:cNvPr id="236" name="Conector recto de flecha 235">
            <a:extLst>
              <a:ext uri="{FF2B5EF4-FFF2-40B4-BE49-F238E27FC236}">
                <a16:creationId xmlns:a16="http://schemas.microsoft.com/office/drawing/2014/main" id="{8F148BB9-6CAC-68F0-4E05-4CB947524880}"/>
              </a:ext>
            </a:extLst>
          </p:cNvPr>
          <p:cNvCxnSpPr>
            <a:cxnSpLocks/>
          </p:cNvCxnSpPr>
          <p:nvPr/>
        </p:nvCxnSpPr>
        <p:spPr>
          <a:xfrm flipH="1">
            <a:off x="2695680" y="1168897"/>
            <a:ext cx="1" cy="25145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Rombo 242">
            <a:extLst>
              <a:ext uri="{FF2B5EF4-FFF2-40B4-BE49-F238E27FC236}">
                <a16:creationId xmlns:a16="http://schemas.microsoft.com/office/drawing/2014/main" id="{CEA7CF44-522F-6BDD-BF1D-06774C7C180C}"/>
              </a:ext>
            </a:extLst>
          </p:cNvPr>
          <p:cNvSpPr/>
          <p:nvPr/>
        </p:nvSpPr>
        <p:spPr>
          <a:xfrm rot="1210282">
            <a:off x="7384989" y="1300888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són</a:t>
            </a:r>
            <a:r>
              <a:rPr lang="es-ES" sz="1200" dirty="0"/>
              <a:t> </a:t>
            </a:r>
          </a:p>
        </p:txBody>
      </p:sp>
      <p:cxnSp>
        <p:nvCxnSpPr>
          <p:cNvPr id="244" name="Conector recto 243">
            <a:extLst>
              <a:ext uri="{FF2B5EF4-FFF2-40B4-BE49-F238E27FC236}">
                <a16:creationId xmlns:a16="http://schemas.microsoft.com/office/drawing/2014/main" id="{320DBB58-1E91-6812-8F6F-D39C237B6385}"/>
              </a:ext>
            </a:extLst>
          </p:cNvPr>
          <p:cNvCxnSpPr>
            <a:cxnSpLocks/>
            <a:stCxn id="243" idx="1"/>
            <a:endCxn id="29" idx="3"/>
          </p:cNvCxnSpPr>
          <p:nvPr/>
        </p:nvCxnSpPr>
        <p:spPr>
          <a:xfrm flipH="1" flipV="1">
            <a:off x="6452947" y="982984"/>
            <a:ext cx="959843" cy="4642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ector recto 248">
            <a:extLst>
              <a:ext uri="{FF2B5EF4-FFF2-40B4-BE49-F238E27FC236}">
                <a16:creationId xmlns:a16="http://schemas.microsoft.com/office/drawing/2014/main" id="{707427BD-6B24-9057-1BC2-0169BCD68B53}"/>
              </a:ext>
            </a:extLst>
          </p:cNvPr>
          <p:cNvCxnSpPr>
            <a:cxnSpLocks/>
            <a:stCxn id="105" idx="0"/>
            <a:endCxn id="243" idx="3"/>
          </p:cNvCxnSpPr>
          <p:nvPr/>
        </p:nvCxnSpPr>
        <p:spPr>
          <a:xfrm flipH="1" flipV="1">
            <a:off x="8263721" y="1759830"/>
            <a:ext cx="684413" cy="1092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4A11AB16-2DA3-B07B-CD8A-EAA9C12D34EA}"/>
              </a:ext>
            </a:extLst>
          </p:cNvPr>
          <p:cNvCxnSpPr>
            <a:cxnSpLocks/>
          </p:cNvCxnSpPr>
          <p:nvPr/>
        </p:nvCxnSpPr>
        <p:spPr>
          <a:xfrm>
            <a:off x="6459590" y="826428"/>
            <a:ext cx="252592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21559E7-FC96-1231-B2B3-99E4BEF180AA}"/>
              </a:ext>
            </a:extLst>
          </p:cNvPr>
          <p:cNvSpPr txBox="1"/>
          <p:nvPr/>
        </p:nvSpPr>
        <p:spPr>
          <a:xfrm>
            <a:off x="6738059" y="695623"/>
            <a:ext cx="12846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ID_aeroport</a:t>
            </a:r>
            <a:endParaRPr lang="es-ES" sz="1100" u="sng" dirty="0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174FAC90-42DA-9B3B-5372-270A62E7D26B}"/>
              </a:ext>
            </a:extLst>
          </p:cNvPr>
          <p:cNvCxnSpPr>
            <a:cxnSpLocks/>
          </p:cNvCxnSpPr>
          <p:nvPr/>
        </p:nvCxnSpPr>
        <p:spPr>
          <a:xfrm flipV="1">
            <a:off x="5460912" y="675821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0AF22F4-E8E2-0309-D89A-91C5AC8BC2D0}"/>
              </a:ext>
            </a:extLst>
          </p:cNvPr>
          <p:cNvSpPr txBox="1"/>
          <p:nvPr/>
        </p:nvSpPr>
        <p:spPr>
          <a:xfrm rot="19520964">
            <a:off x="5238712" y="252661"/>
            <a:ext cx="1007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Nom_aeroport</a:t>
            </a:r>
            <a:endParaRPr lang="es-ES" sz="1000" dirty="0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7D37E388-8898-01F2-2CE1-B16787FD447E}"/>
              </a:ext>
            </a:extLst>
          </p:cNvPr>
          <p:cNvCxnSpPr>
            <a:cxnSpLocks/>
          </p:cNvCxnSpPr>
          <p:nvPr/>
        </p:nvCxnSpPr>
        <p:spPr>
          <a:xfrm flipV="1">
            <a:off x="5675229" y="680584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8AEBFF7-A703-489B-26CA-B085290C22EB}"/>
              </a:ext>
            </a:extLst>
          </p:cNvPr>
          <p:cNvSpPr txBox="1"/>
          <p:nvPr/>
        </p:nvSpPr>
        <p:spPr>
          <a:xfrm rot="19520964">
            <a:off x="5453029" y="257424"/>
            <a:ext cx="1007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ciutat</a:t>
            </a:r>
            <a:endParaRPr lang="es-ES" sz="1000" dirty="0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D6D08E39-4658-429B-6C10-D7C6F439197B}"/>
              </a:ext>
            </a:extLst>
          </p:cNvPr>
          <p:cNvCxnSpPr>
            <a:cxnSpLocks/>
          </p:cNvCxnSpPr>
          <p:nvPr/>
        </p:nvCxnSpPr>
        <p:spPr>
          <a:xfrm flipV="1">
            <a:off x="5889530" y="680574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07A5F22-4E41-9397-5CEE-796B8D1E899A}"/>
              </a:ext>
            </a:extLst>
          </p:cNvPr>
          <p:cNvSpPr txBox="1"/>
          <p:nvPr/>
        </p:nvSpPr>
        <p:spPr>
          <a:xfrm rot="19520964">
            <a:off x="5738770" y="257414"/>
            <a:ext cx="1007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país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1075882-0F99-5196-47CD-14D7AAF07BD3}"/>
              </a:ext>
            </a:extLst>
          </p:cNvPr>
          <p:cNvSpPr txBox="1"/>
          <p:nvPr/>
        </p:nvSpPr>
        <p:spPr>
          <a:xfrm>
            <a:off x="4914827" y="743121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(2,n)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20197CE0-F11C-C0C6-3A2E-0361B3FBE5B7}"/>
              </a:ext>
            </a:extLst>
          </p:cNvPr>
          <p:cNvSpPr txBox="1"/>
          <p:nvPr/>
        </p:nvSpPr>
        <p:spPr>
          <a:xfrm>
            <a:off x="3624174" y="736763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0415516-ECFA-CB7E-2209-34C18C750AFB}"/>
              </a:ext>
            </a:extLst>
          </p:cNvPr>
          <p:cNvSpPr txBox="1"/>
          <p:nvPr/>
        </p:nvSpPr>
        <p:spPr>
          <a:xfrm>
            <a:off x="4208949" y="414119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(</a:t>
            </a:r>
            <a:r>
              <a:rPr lang="es-ES" sz="1000" b="1" dirty="0" err="1"/>
              <a:t>n,n</a:t>
            </a:r>
            <a:r>
              <a:rPr lang="es-ES" sz="1000" b="1" dirty="0"/>
              <a:t>)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016041C7-8B8E-FE11-77F5-AD330C203393}"/>
              </a:ext>
            </a:extLst>
          </p:cNvPr>
          <p:cNvSpPr txBox="1"/>
          <p:nvPr/>
        </p:nvSpPr>
        <p:spPr>
          <a:xfrm>
            <a:off x="8027203" y="2778009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(0,n)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9411ECB-6EEE-AB3F-7196-285019AB3323}"/>
              </a:ext>
            </a:extLst>
          </p:cNvPr>
          <p:cNvSpPr txBox="1"/>
          <p:nvPr/>
        </p:nvSpPr>
        <p:spPr>
          <a:xfrm>
            <a:off x="6594368" y="892217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(0,1)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06B23B2-8D32-6D39-A271-236715F2E51A}"/>
              </a:ext>
            </a:extLst>
          </p:cNvPr>
          <p:cNvSpPr txBox="1"/>
          <p:nvPr/>
        </p:nvSpPr>
        <p:spPr>
          <a:xfrm>
            <a:off x="6655273" y="2792158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5309F02-3A0A-D80C-FEE7-AB84F4DB2D95}"/>
              </a:ext>
            </a:extLst>
          </p:cNvPr>
          <p:cNvSpPr txBox="1"/>
          <p:nvPr/>
        </p:nvSpPr>
        <p:spPr>
          <a:xfrm>
            <a:off x="7359005" y="2502367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(</a:t>
            </a:r>
            <a:r>
              <a:rPr lang="es-ES" sz="1000" b="1" dirty="0" err="1"/>
              <a:t>n,n</a:t>
            </a:r>
            <a:r>
              <a:rPr lang="es-ES" sz="1000" b="1" dirty="0"/>
              <a:t>)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0EE9179-B9B6-FD35-9022-425DEFD44360}"/>
              </a:ext>
            </a:extLst>
          </p:cNvPr>
          <p:cNvSpPr txBox="1"/>
          <p:nvPr/>
        </p:nvSpPr>
        <p:spPr>
          <a:xfrm rot="19520964">
            <a:off x="1939711" y="1521009"/>
            <a:ext cx="883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Nom_model</a:t>
            </a:r>
            <a:endParaRPr lang="es-ES" sz="1000" dirty="0"/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098FCCB8-C03F-BD39-14B0-C828B8A4DF08}"/>
              </a:ext>
            </a:extLst>
          </p:cNvPr>
          <p:cNvCxnSpPr>
            <a:cxnSpLocks/>
          </p:cNvCxnSpPr>
          <p:nvPr/>
        </p:nvCxnSpPr>
        <p:spPr>
          <a:xfrm flipH="1">
            <a:off x="2934919" y="1175728"/>
            <a:ext cx="1" cy="25145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uadroTexto 56">
            <a:extLst>
              <a:ext uri="{FF2B5EF4-FFF2-40B4-BE49-F238E27FC236}">
                <a16:creationId xmlns:a16="http://schemas.microsoft.com/office/drawing/2014/main" id="{CC8AC746-F2D3-8FE0-381F-84B1845B7D2A}"/>
              </a:ext>
            </a:extLst>
          </p:cNvPr>
          <p:cNvSpPr txBox="1"/>
          <p:nvPr/>
        </p:nvSpPr>
        <p:spPr>
          <a:xfrm rot="19520964">
            <a:off x="2323274" y="1477330"/>
            <a:ext cx="883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Capacitat</a:t>
            </a:r>
            <a:endParaRPr lang="es-ES" sz="10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8DE4EF41-ED16-0B8D-DD39-F494B909685E}"/>
              </a:ext>
            </a:extLst>
          </p:cNvPr>
          <p:cNvSpPr txBox="1"/>
          <p:nvPr/>
        </p:nvSpPr>
        <p:spPr>
          <a:xfrm>
            <a:off x="5200246" y="2668857"/>
            <a:ext cx="350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…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B398458-E18F-32F1-6B6B-D0581406881D}"/>
              </a:ext>
            </a:extLst>
          </p:cNvPr>
          <p:cNvSpPr txBox="1"/>
          <p:nvPr/>
        </p:nvSpPr>
        <p:spPr>
          <a:xfrm>
            <a:off x="5200246" y="2536164"/>
            <a:ext cx="350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…</a:t>
            </a:r>
          </a:p>
        </p:txBody>
      </p: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3033BDB9-DD88-2F2E-D3EE-1ABDECA8D796}"/>
              </a:ext>
            </a:extLst>
          </p:cNvPr>
          <p:cNvCxnSpPr>
            <a:cxnSpLocks/>
          </p:cNvCxnSpPr>
          <p:nvPr/>
        </p:nvCxnSpPr>
        <p:spPr>
          <a:xfrm>
            <a:off x="5635811" y="3179637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BEBAA76A-134B-B2FE-4F64-411DC380CA51}"/>
              </a:ext>
            </a:extLst>
          </p:cNvPr>
          <p:cNvSpPr txBox="1"/>
          <p:nvPr/>
        </p:nvSpPr>
        <p:spPr>
          <a:xfrm rot="19520964">
            <a:off x="4973087" y="3431030"/>
            <a:ext cx="867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Aerop_orig</a:t>
            </a:r>
            <a:endParaRPr lang="es-ES" sz="1000" dirty="0"/>
          </a:p>
        </p:txBody>
      </p:sp>
      <p:sp>
        <p:nvSpPr>
          <p:cNvPr id="62" name="Rombo 61">
            <a:extLst>
              <a:ext uri="{FF2B5EF4-FFF2-40B4-BE49-F238E27FC236}">
                <a16:creationId xmlns:a16="http://schemas.microsoft.com/office/drawing/2014/main" id="{7E55772A-B831-2027-E74B-D5B5973C5634}"/>
              </a:ext>
            </a:extLst>
          </p:cNvPr>
          <p:cNvSpPr/>
          <p:nvPr/>
        </p:nvSpPr>
        <p:spPr>
          <a:xfrm rot="1210282">
            <a:off x="3903918" y="1563102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usa </a:t>
            </a: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FA0BEF17-C57C-9942-8544-56D77526E2B8}"/>
              </a:ext>
            </a:extLst>
          </p:cNvPr>
          <p:cNvCxnSpPr>
            <a:cxnSpLocks/>
            <a:stCxn id="62" idx="1"/>
            <a:endCxn id="33" idx="2"/>
          </p:cNvCxnSpPr>
          <p:nvPr/>
        </p:nvCxnSpPr>
        <p:spPr>
          <a:xfrm flipH="1" flipV="1">
            <a:off x="3121131" y="1168897"/>
            <a:ext cx="810588" cy="5405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9362AD6C-49FA-4C9E-ABDE-144BEE18E4B4}"/>
              </a:ext>
            </a:extLst>
          </p:cNvPr>
          <p:cNvCxnSpPr>
            <a:cxnSpLocks/>
            <a:stCxn id="19" idx="0"/>
            <a:endCxn id="62" idx="3"/>
          </p:cNvCxnSpPr>
          <p:nvPr/>
        </p:nvCxnSpPr>
        <p:spPr>
          <a:xfrm flipH="1" flipV="1">
            <a:off x="4782650" y="2022044"/>
            <a:ext cx="1140515" cy="8715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76B184C3-7B49-3D21-ECB9-9417970072E9}"/>
              </a:ext>
            </a:extLst>
          </p:cNvPr>
          <p:cNvCxnSpPr>
            <a:cxnSpLocks/>
          </p:cNvCxnSpPr>
          <p:nvPr/>
        </p:nvCxnSpPr>
        <p:spPr>
          <a:xfrm>
            <a:off x="5840307" y="3185153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46727D88-C26E-A8FB-7E7F-757019F3F644}"/>
              </a:ext>
            </a:extLst>
          </p:cNvPr>
          <p:cNvSpPr txBox="1"/>
          <p:nvPr/>
        </p:nvSpPr>
        <p:spPr>
          <a:xfrm rot="19520964">
            <a:off x="5160334" y="3479676"/>
            <a:ext cx="867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Aerop_dest</a:t>
            </a:r>
            <a:endParaRPr lang="es-ES" sz="1000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82F6988F-6558-ADC8-DD38-F4AD857D5424}"/>
              </a:ext>
            </a:extLst>
          </p:cNvPr>
          <p:cNvSpPr txBox="1"/>
          <p:nvPr/>
        </p:nvSpPr>
        <p:spPr>
          <a:xfrm>
            <a:off x="3403775" y="1173040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(1,1)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C178C7A8-654A-D7CC-4ED7-C7D1A584DE29}"/>
              </a:ext>
            </a:extLst>
          </p:cNvPr>
          <p:cNvSpPr txBox="1"/>
          <p:nvPr/>
        </p:nvSpPr>
        <p:spPr>
          <a:xfrm>
            <a:off x="5093010" y="2126690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C2BED7F9-6102-5FCB-0261-4FBF34DA6248}"/>
              </a:ext>
            </a:extLst>
          </p:cNvPr>
          <p:cNvSpPr txBox="1"/>
          <p:nvPr/>
        </p:nvSpPr>
        <p:spPr>
          <a:xfrm>
            <a:off x="4461218" y="1454620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(1,n)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C650995-161D-9E79-F1BA-3F6D4FABD6B3}"/>
              </a:ext>
            </a:extLst>
          </p:cNvPr>
          <p:cNvSpPr txBox="1"/>
          <p:nvPr/>
        </p:nvSpPr>
        <p:spPr>
          <a:xfrm>
            <a:off x="9701950" y="2976427"/>
            <a:ext cx="1094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Num_pass_in</a:t>
            </a:r>
            <a:endParaRPr lang="es-ES" sz="1100" dirty="0"/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BE0B0E9E-C75F-EA46-36B1-FD18EEA59377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9485264" y="3107232"/>
            <a:ext cx="216686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72ADA4E0-59BF-5D2E-D6FA-6995A54537C8}"/>
              </a:ext>
            </a:extLst>
          </p:cNvPr>
          <p:cNvSpPr txBox="1"/>
          <p:nvPr/>
        </p:nvSpPr>
        <p:spPr>
          <a:xfrm>
            <a:off x="8878135" y="2557595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329BD2-1E56-C4A4-2E56-EF378326C2A5}"/>
              </a:ext>
            </a:extLst>
          </p:cNvPr>
          <p:cNvSpPr txBox="1"/>
          <p:nvPr/>
        </p:nvSpPr>
        <p:spPr>
          <a:xfrm>
            <a:off x="8050485" y="1237413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(1,n)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5E480B0-0F76-873B-076E-2566EF7307C1}"/>
              </a:ext>
            </a:extLst>
          </p:cNvPr>
          <p:cNvSpPr txBox="1"/>
          <p:nvPr/>
        </p:nvSpPr>
        <p:spPr>
          <a:xfrm>
            <a:off x="5946019" y="3314065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E6499A-5E49-073F-F52C-9D328F7DB276}"/>
              </a:ext>
            </a:extLst>
          </p:cNvPr>
          <p:cNvSpPr txBox="1"/>
          <p:nvPr/>
        </p:nvSpPr>
        <p:spPr>
          <a:xfrm>
            <a:off x="5893995" y="4699939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(1,1)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CAF9672-D855-563F-5091-6F5DA7C2B060}"/>
              </a:ext>
            </a:extLst>
          </p:cNvPr>
          <p:cNvSpPr txBox="1"/>
          <p:nvPr/>
        </p:nvSpPr>
        <p:spPr>
          <a:xfrm>
            <a:off x="6377008" y="4216810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(1,n)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6142FD-188F-23D3-BFAD-8C9D609B12DB}"/>
              </a:ext>
            </a:extLst>
          </p:cNvPr>
          <p:cNvSpPr txBox="1"/>
          <p:nvPr/>
        </p:nvSpPr>
        <p:spPr>
          <a:xfrm>
            <a:off x="3440252" y="2731760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994DD79-0FD7-60F4-B434-86670DC26F11}"/>
              </a:ext>
            </a:extLst>
          </p:cNvPr>
          <p:cNvSpPr txBox="1"/>
          <p:nvPr/>
        </p:nvSpPr>
        <p:spPr>
          <a:xfrm>
            <a:off x="2456116" y="2722735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709CBA8-48A0-1258-E663-AB5C796A1B53}"/>
              </a:ext>
            </a:extLst>
          </p:cNvPr>
          <p:cNvSpPr txBox="1"/>
          <p:nvPr/>
        </p:nvSpPr>
        <p:spPr>
          <a:xfrm>
            <a:off x="2939601" y="2479600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(</a:t>
            </a:r>
            <a:r>
              <a:rPr lang="es-ES" sz="1000" b="1" dirty="0" err="1"/>
              <a:t>n,n</a:t>
            </a:r>
            <a:r>
              <a:rPr lang="es-ES" sz="10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53384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018A5CAE-A3F9-7EAC-1A5C-EACF88317C38}"/>
              </a:ext>
            </a:extLst>
          </p:cNvPr>
          <p:cNvSpPr txBox="1"/>
          <p:nvPr/>
        </p:nvSpPr>
        <p:spPr>
          <a:xfrm>
            <a:off x="593424" y="275326"/>
            <a:ext cx="531535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PROGRAMA_VOL</a:t>
            </a:r>
            <a:r>
              <a:rPr lang="es-ES" sz="1200" dirty="0"/>
              <a:t> (</a:t>
            </a:r>
            <a:r>
              <a:rPr lang="es-ES" sz="1200" u="sng" dirty="0" err="1"/>
              <a:t>ID_prog_vol</a:t>
            </a:r>
            <a:r>
              <a:rPr lang="es-ES" sz="1200" dirty="0"/>
              <a:t>, </a:t>
            </a:r>
            <a:r>
              <a:rPr lang="es-ES" sz="1200" dirty="0" err="1"/>
              <a:t>Data_vol</a:t>
            </a:r>
            <a:r>
              <a:rPr lang="es-ES" sz="1200" dirty="0"/>
              <a:t>, </a:t>
            </a:r>
            <a:r>
              <a:rPr lang="es-ES" sz="1200" dirty="0" err="1"/>
              <a:t>Num_places_buides</a:t>
            </a:r>
            <a:r>
              <a:rPr lang="es-ES" sz="1200" dirty="0"/>
              <a:t>, </a:t>
            </a:r>
            <a:r>
              <a:rPr lang="es-ES" sz="1200" dirty="0" err="1"/>
              <a:t>ID_avio</a:t>
            </a:r>
            <a:r>
              <a:rPr lang="es-ES" sz="1200" dirty="0"/>
              <a:t>, </a:t>
            </a:r>
            <a:r>
              <a:rPr lang="es-ES" sz="1200" dirty="0" err="1"/>
              <a:t>ID_aerolinia</a:t>
            </a:r>
            <a:r>
              <a:rPr lang="es-ES" sz="1200" dirty="0"/>
              <a:t>, </a:t>
            </a:r>
            <a:r>
              <a:rPr lang="es-ES" sz="1200" dirty="0" err="1"/>
              <a:t>Nom_aerolinia</a:t>
            </a:r>
            <a:r>
              <a:rPr lang="es-ES" sz="1200" dirty="0"/>
              <a:t>, </a:t>
            </a:r>
            <a:r>
              <a:rPr lang="es-ES" sz="1200" dirty="0" err="1"/>
              <a:t>ID_aeroport_orig</a:t>
            </a:r>
            <a:r>
              <a:rPr lang="es-ES" sz="1200" dirty="0"/>
              <a:t>, </a:t>
            </a:r>
            <a:r>
              <a:rPr lang="es-ES" sz="1200" dirty="0" err="1"/>
              <a:t>ID_Aeroport_dest</a:t>
            </a:r>
            <a:r>
              <a:rPr lang="es-ES" sz="1200" dirty="0"/>
              <a:t>, Dia_1, Dia_2, Dia_3, Dia_4, Dia_5, Dia_6, Dia_7)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ID_aeroport_orig</a:t>
            </a:r>
            <a:r>
              <a:rPr lang="es-ES" sz="1200" dirty="0"/>
              <a:t>} referencia AEROPORTS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ID_aeroport_dest</a:t>
            </a:r>
            <a:r>
              <a:rPr lang="es-ES" sz="1200" dirty="0"/>
              <a:t>} referencia AEROPORTS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ID_avio</a:t>
            </a:r>
            <a:r>
              <a:rPr lang="es-ES" sz="1200" dirty="0"/>
              <a:t>} referencia AVIO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ID_aerolinia</a:t>
            </a:r>
            <a:r>
              <a:rPr lang="es-ES" sz="1200" dirty="0"/>
              <a:t>} referencia AEROLINIA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ID_avio</a:t>
            </a:r>
            <a:r>
              <a:rPr lang="es-ES" sz="1200" dirty="0"/>
              <a:t>} referencia AVIO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ID_avio</a:t>
            </a:r>
            <a:r>
              <a:rPr lang="es-ES" sz="1200" dirty="0"/>
              <a:t>} referencia AVIO</a:t>
            </a:r>
          </a:p>
          <a:p>
            <a:r>
              <a:rPr lang="es-ES" sz="1200" dirty="0">
                <a:solidFill>
                  <a:srgbClr val="FF0000"/>
                </a:solidFill>
              </a:rPr>
              <a:t>DIES</a:t>
            </a:r>
            <a:r>
              <a:rPr lang="es-ES" sz="1200" dirty="0"/>
              <a:t> (</a:t>
            </a:r>
            <a:r>
              <a:rPr lang="es-ES" sz="1200" u="sng" dirty="0" err="1"/>
              <a:t>ID_dia</a:t>
            </a:r>
            <a:r>
              <a:rPr lang="es-ES" sz="1200" dirty="0"/>
              <a:t>, </a:t>
            </a:r>
            <a:r>
              <a:rPr lang="es-ES" sz="1200" dirty="0" err="1"/>
              <a:t>Nom_dia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PROG_DIA</a:t>
            </a:r>
            <a:r>
              <a:rPr lang="es-ES" sz="1200" dirty="0"/>
              <a:t> (</a:t>
            </a:r>
            <a:r>
              <a:rPr lang="es-ES" sz="1200" u="sng" dirty="0" err="1"/>
              <a:t>ID_dia+ID_prog_vol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PROG_ESCALA</a:t>
            </a:r>
            <a:r>
              <a:rPr lang="es-ES" sz="1200" dirty="0"/>
              <a:t> (</a:t>
            </a:r>
            <a:r>
              <a:rPr lang="es-ES" sz="1200" u="sng" dirty="0" err="1"/>
              <a:t>ID_escala</a:t>
            </a:r>
            <a:r>
              <a:rPr lang="es-ES" sz="1200" u="sng" dirty="0"/>
              <a:t>+ </a:t>
            </a:r>
            <a:r>
              <a:rPr lang="es-ES" sz="1200" u="sng" dirty="0" err="1"/>
              <a:t>ID_prog_vol</a:t>
            </a:r>
            <a:r>
              <a:rPr lang="es-ES" sz="1200" u="sng" dirty="0"/>
              <a:t>)</a:t>
            </a:r>
            <a:endParaRPr lang="es-ES" sz="1200" dirty="0"/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ID_escala</a:t>
            </a:r>
            <a:r>
              <a:rPr lang="es-ES" sz="1200" dirty="0"/>
              <a:t>} referencia ESCALES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ID_prog_vol</a:t>
            </a:r>
            <a:r>
              <a:rPr lang="es-ES" sz="1200" dirty="0"/>
              <a:t>} referencia PROGRAMA_VOL</a:t>
            </a:r>
          </a:p>
          <a:p>
            <a:r>
              <a:rPr lang="es-ES" sz="1200" dirty="0">
                <a:solidFill>
                  <a:srgbClr val="FF0000"/>
                </a:solidFill>
              </a:rPr>
              <a:t>ESCALES</a:t>
            </a:r>
            <a:r>
              <a:rPr lang="es-ES" sz="1200" dirty="0"/>
              <a:t> (</a:t>
            </a:r>
            <a:r>
              <a:rPr lang="es-ES" sz="1200" u="sng" dirty="0" err="1"/>
              <a:t>ID_escala</a:t>
            </a:r>
            <a:r>
              <a:rPr lang="es-ES" sz="1200" dirty="0"/>
              <a:t>, </a:t>
            </a:r>
            <a:r>
              <a:rPr lang="es-ES" sz="1200" dirty="0" err="1"/>
              <a:t>Num_pass_in</a:t>
            </a:r>
            <a:r>
              <a:rPr lang="es-ES" sz="1200" dirty="0"/>
              <a:t>, </a:t>
            </a:r>
            <a:r>
              <a:rPr lang="es-ES" sz="1200" dirty="0" err="1"/>
              <a:t>Num_pass_out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AEROPORTS</a:t>
            </a:r>
            <a:r>
              <a:rPr lang="es-ES" sz="1200" dirty="0"/>
              <a:t> (</a:t>
            </a:r>
            <a:r>
              <a:rPr lang="es-ES" sz="1200" u="sng" dirty="0" err="1"/>
              <a:t>ID_aeroport</a:t>
            </a:r>
            <a:r>
              <a:rPr lang="es-ES" sz="1200" dirty="0"/>
              <a:t>, </a:t>
            </a:r>
            <a:r>
              <a:rPr lang="es-ES" sz="1200" dirty="0" err="1"/>
              <a:t>Nom_aeroport</a:t>
            </a:r>
            <a:r>
              <a:rPr lang="es-ES" sz="1200" dirty="0"/>
              <a:t>, </a:t>
            </a:r>
            <a:r>
              <a:rPr lang="es-ES" sz="1200" dirty="0" err="1"/>
              <a:t>Ciutat</a:t>
            </a:r>
            <a:r>
              <a:rPr lang="es-ES" sz="1200" dirty="0"/>
              <a:t>, País)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AVIO</a:t>
            </a:r>
            <a:r>
              <a:rPr lang="es-ES" sz="1200" dirty="0"/>
              <a:t> (</a:t>
            </a:r>
            <a:r>
              <a:rPr lang="es-ES" sz="1200" u="sng" dirty="0" err="1"/>
              <a:t>ID_avio</a:t>
            </a:r>
            <a:r>
              <a:rPr lang="es-ES" sz="1200" dirty="0"/>
              <a:t>, </a:t>
            </a:r>
            <a:r>
              <a:rPr lang="es-ES" sz="1200" dirty="0" err="1"/>
              <a:t>Nom_model</a:t>
            </a:r>
            <a:r>
              <a:rPr lang="es-ES" sz="1200" dirty="0"/>
              <a:t>, </a:t>
            </a:r>
            <a:r>
              <a:rPr lang="es-ES" sz="1200" dirty="0" err="1"/>
              <a:t>Capacitat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AERO_AVIO</a:t>
            </a:r>
            <a:r>
              <a:rPr lang="es-ES" sz="1200" dirty="0"/>
              <a:t> (</a:t>
            </a:r>
            <a:r>
              <a:rPr lang="es-ES" sz="1200" u="sng" dirty="0" err="1"/>
              <a:t>ID_aeroport+ID_avio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AEROLINIA</a:t>
            </a:r>
            <a:r>
              <a:rPr lang="es-ES" sz="1200" dirty="0"/>
              <a:t> (</a:t>
            </a:r>
            <a:r>
              <a:rPr lang="es-ES" sz="1200" u="sng" dirty="0" err="1"/>
              <a:t>ID_aerolinia</a:t>
            </a:r>
            <a:r>
              <a:rPr lang="es-ES" sz="1200" dirty="0"/>
              <a:t>, </a:t>
            </a:r>
            <a:r>
              <a:rPr lang="es-ES" sz="1200" dirty="0" err="1"/>
              <a:t>Nom_aerolinia</a:t>
            </a:r>
            <a:r>
              <a:rPr lang="es-ES" sz="1200" dirty="0"/>
              <a:t>)</a:t>
            </a:r>
          </a:p>
          <a:p>
            <a:endParaRPr lang="es-ES" sz="1200" dirty="0"/>
          </a:p>
          <a:p>
            <a:endParaRPr lang="es-ES" sz="1200" dirty="0"/>
          </a:p>
          <a:p>
            <a:endParaRPr lang="es-ES" sz="1200" dirty="0"/>
          </a:p>
          <a:p>
            <a:endParaRPr lang="es-E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8257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480</Words>
  <Application>Microsoft Office PowerPoint</Application>
  <PresentationFormat>Panorámica</PresentationFormat>
  <Paragraphs>120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Alumne_tarda1</dc:creator>
  <cp:lastModifiedBy>Alumne_tarda1</cp:lastModifiedBy>
  <cp:revision>4</cp:revision>
  <cp:lastPrinted>2026-10-26T14:53:54Z</cp:lastPrinted>
  <dcterms:created xsi:type="dcterms:W3CDTF">2026-10-26T14:49:42Z</dcterms:created>
  <dcterms:modified xsi:type="dcterms:W3CDTF">2026-10-26T14:54:41Z</dcterms:modified>
</cp:coreProperties>
</file>